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9" r:id="rId3"/>
    <p:sldId id="257" r:id="rId4"/>
    <p:sldId id="258" r:id="rId5"/>
    <p:sldId id="262" r:id="rId6"/>
    <p:sldId id="263" r:id="rId7"/>
    <p:sldId id="260" r:id="rId8"/>
    <p:sldId id="261" r:id="rId9"/>
    <p:sldId id="268" r:id="rId10"/>
    <p:sldId id="270" r:id="rId11"/>
    <p:sldId id="271" r:id="rId12"/>
    <p:sldId id="272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D68DFE-87A3-4908-99DD-9159B2CCD9B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56DF6C3-3575-4199-83D3-BBE554E948CF}">
      <dgm:prSet/>
      <dgm:spPr/>
      <dgm:t>
        <a:bodyPr/>
        <a:lstStyle/>
        <a:p>
          <a:pPr>
            <a:defRPr cap="all"/>
          </a:pPr>
          <a:r>
            <a:rPr lang="en-GB"/>
            <a:t>Teachers Point of View</a:t>
          </a:r>
          <a:endParaRPr lang="en-US"/>
        </a:p>
      </dgm:t>
    </dgm:pt>
    <dgm:pt modelId="{8CD9A919-2EFB-4766-AD02-858690E0C523}" type="parTrans" cxnId="{D69E73A4-C88C-4C3B-8BDE-A4C7BCD958F2}">
      <dgm:prSet/>
      <dgm:spPr/>
      <dgm:t>
        <a:bodyPr/>
        <a:lstStyle/>
        <a:p>
          <a:endParaRPr lang="en-US"/>
        </a:p>
      </dgm:t>
    </dgm:pt>
    <dgm:pt modelId="{DA44480E-8707-495C-ADFA-F70D53E8E077}" type="sibTrans" cxnId="{D69E73A4-C88C-4C3B-8BDE-A4C7BCD958F2}">
      <dgm:prSet/>
      <dgm:spPr/>
      <dgm:t>
        <a:bodyPr/>
        <a:lstStyle/>
        <a:p>
          <a:endParaRPr lang="en-US"/>
        </a:p>
      </dgm:t>
    </dgm:pt>
    <dgm:pt modelId="{9C983F74-3F28-4254-92B0-2200A41FE577}">
      <dgm:prSet/>
      <dgm:spPr/>
      <dgm:t>
        <a:bodyPr/>
        <a:lstStyle/>
        <a:p>
          <a:pPr>
            <a:defRPr cap="all"/>
          </a:pPr>
          <a:r>
            <a:rPr lang="en-GB"/>
            <a:t>How learners will understand the problem?</a:t>
          </a:r>
          <a:endParaRPr lang="en-US"/>
        </a:p>
      </dgm:t>
    </dgm:pt>
    <dgm:pt modelId="{BE19FA1F-1806-4959-9BFB-D73F4FB9118F}" type="parTrans" cxnId="{B77C40F2-7AED-4935-8990-D4EB0471941A}">
      <dgm:prSet/>
      <dgm:spPr/>
      <dgm:t>
        <a:bodyPr/>
        <a:lstStyle/>
        <a:p>
          <a:endParaRPr lang="en-US"/>
        </a:p>
      </dgm:t>
    </dgm:pt>
    <dgm:pt modelId="{327E6E13-BAC2-482B-91C1-3CAA632DF0A5}" type="sibTrans" cxnId="{B77C40F2-7AED-4935-8990-D4EB0471941A}">
      <dgm:prSet/>
      <dgm:spPr/>
      <dgm:t>
        <a:bodyPr/>
        <a:lstStyle/>
        <a:p>
          <a:endParaRPr lang="en-US"/>
        </a:p>
      </dgm:t>
    </dgm:pt>
    <dgm:pt modelId="{DD94CC29-E4EB-432C-8B7C-CD92681827E9}">
      <dgm:prSet/>
      <dgm:spPr/>
      <dgm:t>
        <a:bodyPr/>
        <a:lstStyle/>
        <a:p>
          <a:pPr>
            <a:defRPr cap="all"/>
          </a:pPr>
          <a:r>
            <a:rPr lang="en-GB" dirty="0"/>
            <a:t>What will be the point of concern </a:t>
          </a:r>
          <a:r>
            <a:rPr lang="en-GB" dirty="0" err="1"/>
            <a:t>wHILE</a:t>
          </a:r>
          <a:r>
            <a:rPr lang="en-GB" dirty="0"/>
            <a:t> studying the research project?</a:t>
          </a:r>
          <a:endParaRPr lang="en-US" dirty="0"/>
        </a:p>
      </dgm:t>
    </dgm:pt>
    <dgm:pt modelId="{21666603-BD3A-4FDC-9FEB-269D872C08CC}" type="parTrans" cxnId="{B37F74C0-615B-43F2-ACF9-61723406BCD7}">
      <dgm:prSet/>
      <dgm:spPr/>
      <dgm:t>
        <a:bodyPr/>
        <a:lstStyle/>
        <a:p>
          <a:endParaRPr lang="en-US"/>
        </a:p>
      </dgm:t>
    </dgm:pt>
    <dgm:pt modelId="{BCB9687C-746E-4121-BB41-EEFF569D943F}" type="sibTrans" cxnId="{B37F74C0-615B-43F2-ACF9-61723406BCD7}">
      <dgm:prSet/>
      <dgm:spPr/>
      <dgm:t>
        <a:bodyPr/>
        <a:lstStyle/>
        <a:p>
          <a:endParaRPr lang="en-US"/>
        </a:p>
      </dgm:t>
    </dgm:pt>
    <dgm:pt modelId="{EE9FAB54-D207-4EFF-A109-2F4B4A9B9A69}">
      <dgm:prSet/>
      <dgm:spPr/>
      <dgm:t>
        <a:bodyPr/>
        <a:lstStyle/>
        <a:p>
          <a:pPr>
            <a:defRPr cap="all"/>
          </a:pPr>
          <a:r>
            <a:rPr lang="en-GB"/>
            <a:t>How much time will be taken by students for solving or completing the problem?</a:t>
          </a:r>
          <a:endParaRPr lang="en-US"/>
        </a:p>
      </dgm:t>
    </dgm:pt>
    <dgm:pt modelId="{DFDD41C1-D538-4A91-BD35-EE94EDABBBD3}" type="parTrans" cxnId="{3FEF6BD8-B51C-48E8-AA0C-6A6796097A17}">
      <dgm:prSet/>
      <dgm:spPr/>
      <dgm:t>
        <a:bodyPr/>
        <a:lstStyle/>
        <a:p>
          <a:endParaRPr lang="en-US"/>
        </a:p>
      </dgm:t>
    </dgm:pt>
    <dgm:pt modelId="{169875D1-C425-42F8-8DC2-F5FE3D38EA1E}" type="sibTrans" cxnId="{3FEF6BD8-B51C-48E8-AA0C-6A6796097A17}">
      <dgm:prSet/>
      <dgm:spPr/>
      <dgm:t>
        <a:bodyPr/>
        <a:lstStyle/>
        <a:p>
          <a:endParaRPr lang="en-US"/>
        </a:p>
      </dgm:t>
    </dgm:pt>
    <dgm:pt modelId="{C4AA39E3-3654-4A92-9091-47E2C8869D18}">
      <dgm:prSet/>
      <dgm:spPr/>
      <dgm:t>
        <a:bodyPr/>
        <a:lstStyle/>
        <a:p>
          <a:pPr>
            <a:defRPr cap="all"/>
          </a:pPr>
          <a:r>
            <a:rPr lang="en-GB"/>
            <a:t>What resources should be provided for the project?</a:t>
          </a:r>
          <a:endParaRPr lang="en-US"/>
        </a:p>
      </dgm:t>
    </dgm:pt>
    <dgm:pt modelId="{E7F41895-1DA0-4664-883D-46AC94AFF58D}" type="parTrans" cxnId="{7F01EF72-098A-4A04-BBD7-F7700705A7B6}">
      <dgm:prSet/>
      <dgm:spPr/>
      <dgm:t>
        <a:bodyPr/>
        <a:lstStyle/>
        <a:p>
          <a:endParaRPr lang="en-US"/>
        </a:p>
      </dgm:t>
    </dgm:pt>
    <dgm:pt modelId="{221709FD-8CB4-4D6B-A6F8-3AAD4A4D49C3}" type="sibTrans" cxnId="{7F01EF72-098A-4A04-BBD7-F7700705A7B6}">
      <dgm:prSet/>
      <dgm:spPr/>
      <dgm:t>
        <a:bodyPr/>
        <a:lstStyle/>
        <a:p>
          <a:endParaRPr lang="en-US"/>
        </a:p>
      </dgm:t>
    </dgm:pt>
    <dgm:pt modelId="{3E95545A-CEA9-4D20-A1FA-CC801C14A30A}" type="pres">
      <dgm:prSet presAssocID="{68D68DFE-87A3-4908-99DD-9159B2CCD9BC}" presName="root" presStyleCnt="0">
        <dgm:presLayoutVars>
          <dgm:dir/>
          <dgm:resizeHandles val="exact"/>
        </dgm:presLayoutVars>
      </dgm:prSet>
      <dgm:spPr/>
    </dgm:pt>
    <dgm:pt modelId="{3143CF55-9475-45F2-9ED4-6005166F52DB}" type="pres">
      <dgm:prSet presAssocID="{856DF6C3-3575-4199-83D3-BBE554E948CF}" presName="compNode" presStyleCnt="0"/>
      <dgm:spPr/>
    </dgm:pt>
    <dgm:pt modelId="{74262FBD-2CAC-4784-AE4F-6C4A79D265D5}" type="pres">
      <dgm:prSet presAssocID="{856DF6C3-3575-4199-83D3-BBE554E948CF}" presName="iconBgRect" presStyleLbl="bgShp" presStyleIdx="0" presStyleCnt="5"/>
      <dgm:spPr/>
    </dgm:pt>
    <dgm:pt modelId="{97B1A453-8DA8-49E7-AD82-F04983596594}" type="pres">
      <dgm:prSet presAssocID="{856DF6C3-3575-4199-83D3-BBE554E948C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9BF52EF5-E294-42EA-AE1F-7301419196CD}" type="pres">
      <dgm:prSet presAssocID="{856DF6C3-3575-4199-83D3-BBE554E948CF}" presName="spaceRect" presStyleCnt="0"/>
      <dgm:spPr/>
    </dgm:pt>
    <dgm:pt modelId="{AEFA787D-D48D-4712-855D-E6164C542173}" type="pres">
      <dgm:prSet presAssocID="{856DF6C3-3575-4199-83D3-BBE554E948CF}" presName="textRect" presStyleLbl="revTx" presStyleIdx="0" presStyleCnt="5">
        <dgm:presLayoutVars>
          <dgm:chMax val="1"/>
          <dgm:chPref val="1"/>
        </dgm:presLayoutVars>
      </dgm:prSet>
      <dgm:spPr/>
    </dgm:pt>
    <dgm:pt modelId="{9287C57D-2242-4C6B-A61C-0B8FA7344656}" type="pres">
      <dgm:prSet presAssocID="{DA44480E-8707-495C-ADFA-F70D53E8E077}" presName="sibTrans" presStyleCnt="0"/>
      <dgm:spPr/>
    </dgm:pt>
    <dgm:pt modelId="{34C5EAA6-90FD-4C21-801A-6AECB06043C7}" type="pres">
      <dgm:prSet presAssocID="{9C983F74-3F28-4254-92B0-2200A41FE577}" presName="compNode" presStyleCnt="0"/>
      <dgm:spPr/>
    </dgm:pt>
    <dgm:pt modelId="{CFEA644A-9674-4C20-BBE0-FC315D7B64FB}" type="pres">
      <dgm:prSet presAssocID="{9C983F74-3F28-4254-92B0-2200A41FE577}" presName="iconBgRect" presStyleLbl="bgShp" presStyleIdx="1" presStyleCnt="5"/>
      <dgm:spPr/>
    </dgm:pt>
    <dgm:pt modelId="{E2AF86D8-1F63-4404-913A-2FD45435DF03}" type="pres">
      <dgm:prSet presAssocID="{9C983F74-3F28-4254-92B0-2200A41FE57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E35A59F-9A81-43CD-9A27-AE8F8E6FCEEF}" type="pres">
      <dgm:prSet presAssocID="{9C983F74-3F28-4254-92B0-2200A41FE577}" presName="spaceRect" presStyleCnt="0"/>
      <dgm:spPr/>
    </dgm:pt>
    <dgm:pt modelId="{D8871CE1-C5B1-48C9-805E-690C0D6B7677}" type="pres">
      <dgm:prSet presAssocID="{9C983F74-3F28-4254-92B0-2200A41FE577}" presName="textRect" presStyleLbl="revTx" presStyleIdx="1" presStyleCnt="5">
        <dgm:presLayoutVars>
          <dgm:chMax val="1"/>
          <dgm:chPref val="1"/>
        </dgm:presLayoutVars>
      </dgm:prSet>
      <dgm:spPr/>
    </dgm:pt>
    <dgm:pt modelId="{353F4090-7565-4B1C-9D50-6740B1D8C919}" type="pres">
      <dgm:prSet presAssocID="{327E6E13-BAC2-482B-91C1-3CAA632DF0A5}" presName="sibTrans" presStyleCnt="0"/>
      <dgm:spPr/>
    </dgm:pt>
    <dgm:pt modelId="{85247D14-DC40-486B-850D-E0D935BC08FE}" type="pres">
      <dgm:prSet presAssocID="{DD94CC29-E4EB-432C-8B7C-CD92681827E9}" presName="compNode" presStyleCnt="0"/>
      <dgm:spPr/>
    </dgm:pt>
    <dgm:pt modelId="{298964D4-1705-4E68-BBED-9BD5BDDB1F17}" type="pres">
      <dgm:prSet presAssocID="{DD94CC29-E4EB-432C-8B7C-CD92681827E9}" presName="iconBgRect" presStyleLbl="bgShp" presStyleIdx="2" presStyleCnt="5"/>
      <dgm:spPr/>
    </dgm:pt>
    <dgm:pt modelId="{24D3597F-246B-4F59-8ABF-D85A790CABEB}" type="pres">
      <dgm:prSet presAssocID="{DD94CC29-E4EB-432C-8B7C-CD92681827E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1F63312-F139-4DDE-9B36-62B69DA8E0AB}" type="pres">
      <dgm:prSet presAssocID="{DD94CC29-E4EB-432C-8B7C-CD92681827E9}" presName="spaceRect" presStyleCnt="0"/>
      <dgm:spPr/>
    </dgm:pt>
    <dgm:pt modelId="{F353C87D-B5C9-446C-AE83-FE5C66D3E909}" type="pres">
      <dgm:prSet presAssocID="{DD94CC29-E4EB-432C-8B7C-CD92681827E9}" presName="textRect" presStyleLbl="revTx" presStyleIdx="2" presStyleCnt="5">
        <dgm:presLayoutVars>
          <dgm:chMax val="1"/>
          <dgm:chPref val="1"/>
        </dgm:presLayoutVars>
      </dgm:prSet>
      <dgm:spPr/>
    </dgm:pt>
    <dgm:pt modelId="{9AC3D432-4545-490F-8A6C-3BED9984D95F}" type="pres">
      <dgm:prSet presAssocID="{BCB9687C-746E-4121-BB41-EEFF569D943F}" presName="sibTrans" presStyleCnt="0"/>
      <dgm:spPr/>
    </dgm:pt>
    <dgm:pt modelId="{BB67D4A0-C6E3-42F7-9CDB-3C2E024CE843}" type="pres">
      <dgm:prSet presAssocID="{EE9FAB54-D207-4EFF-A109-2F4B4A9B9A69}" presName="compNode" presStyleCnt="0"/>
      <dgm:spPr/>
    </dgm:pt>
    <dgm:pt modelId="{FF123B74-E8FC-4E52-A475-F95675BF3753}" type="pres">
      <dgm:prSet presAssocID="{EE9FAB54-D207-4EFF-A109-2F4B4A9B9A69}" presName="iconBgRect" presStyleLbl="bgShp" presStyleIdx="3" presStyleCnt="5"/>
      <dgm:spPr/>
    </dgm:pt>
    <dgm:pt modelId="{B2B1CEEE-0CCF-4B04-9997-3294DDB6629D}" type="pres">
      <dgm:prSet presAssocID="{EE9FAB54-D207-4EFF-A109-2F4B4A9B9A6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EB52AC3F-B29E-4929-BA47-D48569D4F9EE}" type="pres">
      <dgm:prSet presAssocID="{EE9FAB54-D207-4EFF-A109-2F4B4A9B9A69}" presName="spaceRect" presStyleCnt="0"/>
      <dgm:spPr/>
    </dgm:pt>
    <dgm:pt modelId="{DC069DD1-61AD-43C8-AD65-E5204883BA4F}" type="pres">
      <dgm:prSet presAssocID="{EE9FAB54-D207-4EFF-A109-2F4B4A9B9A69}" presName="textRect" presStyleLbl="revTx" presStyleIdx="3" presStyleCnt="5">
        <dgm:presLayoutVars>
          <dgm:chMax val="1"/>
          <dgm:chPref val="1"/>
        </dgm:presLayoutVars>
      </dgm:prSet>
      <dgm:spPr/>
    </dgm:pt>
    <dgm:pt modelId="{949830B3-D399-46A1-AEF0-9E844D737603}" type="pres">
      <dgm:prSet presAssocID="{169875D1-C425-42F8-8DC2-F5FE3D38EA1E}" presName="sibTrans" presStyleCnt="0"/>
      <dgm:spPr/>
    </dgm:pt>
    <dgm:pt modelId="{FC6D8B34-A64A-4118-8294-19DF6322188A}" type="pres">
      <dgm:prSet presAssocID="{C4AA39E3-3654-4A92-9091-47E2C8869D18}" presName="compNode" presStyleCnt="0"/>
      <dgm:spPr/>
    </dgm:pt>
    <dgm:pt modelId="{CA745B4A-19E7-41FC-9747-68AF3F2C6C68}" type="pres">
      <dgm:prSet presAssocID="{C4AA39E3-3654-4A92-9091-47E2C8869D18}" presName="iconBgRect" presStyleLbl="bgShp" presStyleIdx="4" presStyleCnt="5"/>
      <dgm:spPr/>
    </dgm:pt>
    <dgm:pt modelId="{ECC661F1-65BD-4AF9-BE5A-DF5FE23FC3E8}" type="pres">
      <dgm:prSet presAssocID="{C4AA39E3-3654-4A92-9091-47E2C8869D1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47B6E1B-559D-4FFB-BEA9-2C1470601658}" type="pres">
      <dgm:prSet presAssocID="{C4AA39E3-3654-4A92-9091-47E2C8869D18}" presName="spaceRect" presStyleCnt="0"/>
      <dgm:spPr/>
    </dgm:pt>
    <dgm:pt modelId="{9268461C-775E-4795-8C76-AF11980F90E2}" type="pres">
      <dgm:prSet presAssocID="{C4AA39E3-3654-4A92-9091-47E2C8869D1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8439E11-572A-470A-8148-5CEEF182547F}" type="presOf" srcId="{9C983F74-3F28-4254-92B0-2200A41FE577}" destId="{D8871CE1-C5B1-48C9-805E-690C0D6B7677}" srcOrd="0" destOrd="0" presId="urn:microsoft.com/office/officeart/2018/5/layout/IconCircleLabelList"/>
    <dgm:cxn modelId="{F3D82517-1F5C-4682-9F1F-9FED871478D5}" type="presOf" srcId="{C4AA39E3-3654-4A92-9091-47E2C8869D18}" destId="{9268461C-775E-4795-8C76-AF11980F90E2}" srcOrd="0" destOrd="0" presId="urn:microsoft.com/office/officeart/2018/5/layout/IconCircleLabelList"/>
    <dgm:cxn modelId="{7F01EF72-098A-4A04-BBD7-F7700705A7B6}" srcId="{68D68DFE-87A3-4908-99DD-9159B2CCD9BC}" destId="{C4AA39E3-3654-4A92-9091-47E2C8869D18}" srcOrd="4" destOrd="0" parTransId="{E7F41895-1DA0-4664-883D-46AC94AFF58D}" sibTransId="{221709FD-8CB4-4D6B-A6F8-3AAD4A4D49C3}"/>
    <dgm:cxn modelId="{8F2DD853-C2A8-44D5-8D36-4D592A793A6E}" type="presOf" srcId="{68D68DFE-87A3-4908-99DD-9159B2CCD9BC}" destId="{3E95545A-CEA9-4D20-A1FA-CC801C14A30A}" srcOrd="0" destOrd="0" presId="urn:microsoft.com/office/officeart/2018/5/layout/IconCircleLabelList"/>
    <dgm:cxn modelId="{9A743692-BBF7-4574-A793-A305EEF5E20F}" type="presOf" srcId="{EE9FAB54-D207-4EFF-A109-2F4B4A9B9A69}" destId="{DC069DD1-61AD-43C8-AD65-E5204883BA4F}" srcOrd="0" destOrd="0" presId="urn:microsoft.com/office/officeart/2018/5/layout/IconCircleLabelList"/>
    <dgm:cxn modelId="{D69E73A4-C88C-4C3B-8BDE-A4C7BCD958F2}" srcId="{68D68DFE-87A3-4908-99DD-9159B2CCD9BC}" destId="{856DF6C3-3575-4199-83D3-BBE554E948CF}" srcOrd="0" destOrd="0" parTransId="{8CD9A919-2EFB-4766-AD02-858690E0C523}" sibTransId="{DA44480E-8707-495C-ADFA-F70D53E8E077}"/>
    <dgm:cxn modelId="{8966B9B6-DC97-45D5-9687-F5D63A7C46DA}" type="presOf" srcId="{856DF6C3-3575-4199-83D3-BBE554E948CF}" destId="{AEFA787D-D48D-4712-855D-E6164C542173}" srcOrd="0" destOrd="0" presId="urn:microsoft.com/office/officeart/2018/5/layout/IconCircleLabelList"/>
    <dgm:cxn modelId="{B37F74C0-615B-43F2-ACF9-61723406BCD7}" srcId="{68D68DFE-87A3-4908-99DD-9159B2CCD9BC}" destId="{DD94CC29-E4EB-432C-8B7C-CD92681827E9}" srcOrd="2" destOrd="0" parTransId="{21666603-BD3A-4FDC-9FEB-269D872C08CC}" sibTransId="{BCB9687C-746E-4121-BB41-EEFF569D943F}"/>
    <dgm:cxn modelId="{3FEF6BD8-B51C-48E8-AA0C-6A6796097A17}" srcId="{68D68DFE-87A3-4908-99DD-9159B2CCD9BC}" destId="{EE9FAB54-D207-4EFF-A109-2F4B4A9B9A69}" srcOrd="3" destOrd="0" parTransId="{DFDD41C1-D538-4A91-BD35-EE94EDABBBD3}" sibTransId="{169875D1-C425-42F8-8DC2-F5FE3D38EA1E}"/>
    <dgm:cxn modelId="{B77C40F2-7AED-4935-8990-D4EB0471941A}" srcId="{68D68DFE-87A3-4908-99DD-9159B2CCD9BC}" destId="{9C983F74-3F28-4254-92B0-2200A41FE577}" srcOrd="1" destOrd="0" parTransId="{BE19FA1F-1806-4959-9BFB-D73F4FB9118F}" sibTransId="{327E6E13-BAC2-482B-91C1-3CAA632DF0A5}"/>
    <dgm:cxn modelId="{9229B3FD-56B4-43D5-AF8F-5F8D5596EFFA}" type="presOf" srcId="{DD94CC29-E4EB-432C-8B7C-CD92681827E9}" destId="{F353C87D-B5C9-446C-AE83-FE5C66D3E909}" srcOrd="0" destOrd="0" presId="urn:microsoft.com/office/officeart/2018/5/layout/IconCircleLabelList"/>
    <dgm:cxn modelId="{EF57F4DC-0C6B-4A6E-A1C5-65D6068ADC2E}" type="presParOf" srcId="{3E95545A-CEA9-4D20-A1FA-CC801C14A30A}" destId="{3143CF55-9475-45F2-9ED4-6005166F52DB}" srcOrd="0" destOrd="0" presId="urn:microsoft.com/office/officeart/2018/5/layout/IconCircleLabelList"/>
    <dgm:cxn modelId="{B263A06C-D65B-4621-A83F-43D90986134D}" type="presParOf" srcId="{3143CF55-9475-45F2-9ED4-6005166F52DB}" destId="{74262FBD-2CAC-4784-AE4F-6C4A79D265D5}" srcOrd="0" destOrd="0" presId="urn:microsoft.com/office/officeart/2018/5/layout/IconCircleLabelList"/>
    <dgm:cxn modelId="{F0A78680-165D-4299-8CEC-5B81415D23F7}" type="presParOf" srcId="{3143CF55-9475-45F2-9ED4-6005166F52DB}" destId="{97B1A453-8DA8-49E7-AD82-F04983596594}" srcOrd="1" destOrd="0" presId="urn:microsoft.com/office/officeart/2018/5/layout/IconCircleLabelList"/>
    <dgm:cxn modelId="{8A7F0179-F701-45D6-A3CA-73399FFC23DB}" type="presParOf" srcId="{3143CF55-9475-45F2-9ED4-6005166F52DB}" destId="{9BF52EF5-E294-42EA-AE1F-7301419196CD}" srcOrd="2" destOrd="0" presId="urn:microsoft.com/office/officeart/2018/5/layout/IconCircleLabelList"/>
    <dgm:cxn modelId="{81A8388D-2E9D-48C3-BF63-9C3AD2B68521}" type="presParOf" srcId="{3143CF55-9475-45F2-9ED4-6005166F52DB}" destId="{AEFA787D-D48D-4712-855D-E6164C542173}" srcOrd="3" destOrd="0" presId="urn:microsoft.com/office/officeart/2018/5/layout/IconCircleLabelList"/>
    <dgm:cxn modelId="{5555F9C3-2D51-4E69-AA0F-58862A66B698}" type="presParOf" srcId="{3E95545A-CEA9-4D20-A1FA-CC801C14A30A}" destId="{9287C57D-2242-4C6B-A61C-0B8FA7344656}" srcOrd="1" destOrd="0" presId="urn:microsoft.com/office/officeart/2018/5/layout/IconCircleLabelList"/>
    <dgm:cxn modelId="{490F54F8-A55F-4990-9FB9-23A95131C1B3}" type="presParOf" srcId="{3E95545A-CEA9-4D20-A1FA-CC801C14A30A}" destId="{34C5EAA6-90FD-4C21-801A-6AECB06043C7}" srcOrd="2" destOrd="0" presId="urn:microsoft.com/office/officeart/2018/5/layout/IconCircleLabelList"/>
    <dgm:cxn modelId="{0D825B9D-629B-481A-8C64-2F180E5094D8}" type="presParOf" srcId="{34C5EAA6-90FD-4C21-801A-6AECB06043C7}" destId="{CFEA644A-9674-4C20-BBE0-FC315D7B64FB}" srcOrd="0" destOrd="0" presId="urn:microsoft.com/office/officeart/2018/5/layout/IconCircleLabelList"/>
    <dgm:cxn modelId="{D486F6E3-293F-4680-9A80-C10E948D0BE8}" type="presParOf" srcId="{34C5EAA6-90FD-4C21-801A-6AECB06043C7}" destId="{E2AF86D8-1F63-4404-913A-2FD45435DF03}" srcOrd="1" destOrd="0" presId="urn:microsoft.com/office/officeart/2018/5/layout/IconCircleLabelList"/>
    <dgm:cxn modelId="{7557D8B4-2883-4BAE-8B1C-0A3E2242CFD9}" type="presParOf" srcId="{34C5EAA6-90FD-4C21-801A-6AECB06043C7}" destId="{EE35A59F-9A81-43CD-9A27-AE8F8E6FCEEF}" srcOrd="2" destOrd="0" presId="urn:microsoft.com/office/officeart/2018/5/layout/IconCircleLabelList"/>
    <dgm:cxn modelId="{DF5DDFB4-FE17-444A-BCEB-EDC68C61EAE8}" type="presParOf" srcId="{34C5EAA6-90FD-4C21-801A-6AECB06043C7}" destId="{D8871CE1-C5B1-48C9-805E-690C0D6B7677}" srcOrd="3" destOrd="0" presId="urn:microsoft.com/office/officeart/2018/5/layout/IconCircleLabelList"/>
    <dgm:cxn modelId="{786DF28F-B017-42CD-BEC1-1837A1C38577}" type="presParOf" srcId="{3E95545A-CEA9-4D20-A1FA-CC801C14A30A}" destId="{353F4090-7565-4B1C-9D50-6740B1D8C919}" srcOrd="3" destOrd="0" presId="urn:microsoft.com/office/officeart/2018/5/layout/IconCircleLabelList"/>
    <dgm:cxn modelId="{28BD2DF9-6BFB-41FD-B25E-3603EFAC00CB}" type="presParOf" srcId="{3E95545A-CEA9-4D20-A1FA-CC801C14A30A}" destId="{85247D14-DC40-486B-850D-E0D935BC08FE}" srcOrd="4" destOrd="0" presId="urn:microsoft.com/office/officeart/2018/5/layout/IconCircleLabelList"/>
    <dgm:cxn modelId="{8C776655-8F93-43AC-99E8-68D960939F88}" type="presParOf" srcId="{85247D14-DC40-486B-850D-E0D935BC08FE}" destId="{298964D4-1705-4E68-BBED-9BD5BDDB1F17}" srcOrd="0" destOrd="0" presId="urn:microsoft.com/office/officeart/2018/5/layout/IconCircleLabelList"/>
    <dgm:cxn modelId="{D5D6CB7C-2593-4AA5-BC28-89F0B0F7AF20}" type="presParOf" srcId="{85247D14-DC40-486B-850D-E0D935BC08FE}" destId="{24D3597F-246B-4F59-8ABF-D85A790CABEB}" srcOrd="1" destOrd="0" presId="urn:microsoft.com/office/officeart/2018/5/layout/IconCircleLabelList"/>
    <dgm:cxn modelId="{E099603B-17AF-4C18-9B81-123E8427A28D}" type="presParOf" srcId="{85247D14-DC40-486B-850D-E0D935BC08FE}" destId="{51F63312-F139-4DDE-9B36-62B69DA8E0AB}" srcOrd="2" destOrd="0" presId="urn:microsoft.com/office/officeart/2018/5/layout/IconCircleLabelList"/>
    <dgm:cxn modelId="{D345A470-B801-40EE-B991-C00DBFD57374}" type="presParOf" srcId="{85247D14-DC40-486B-850D-E0D935BC08FE}" destId="{F353C87D-B5C9-446C-AE83-FE5C66D3E909}" srcOrd="3" destOrd="0" presId="urn:microsoft.com/office/officeart/2018/5/layout/IconCircleLabelList"/>
    <dgm:cxn modelId="{2D0E73C8-0CFA-420B-A282-C616D7A8076B}" type="presParOf" srcId="{3E95545A-CEA9-4D20-A1FA-CC801C14A30A}" destId="{9AC3D432-4545-490F-8A6C-3BED9984D95F}" srcOrd="5" destOrd="0" presId="urn:microsoft.com/office/officeart/2018/5/layout/IconCircleLabelList"/>
    <dgm:cxn modelId="{0C8C5B0A-7896-46F8-B30B-7A8C090AB0BA}" type="presParOf" srcId="{3E95545A-CEA9-4D20-A1FA-CC801C14A30A}" destId="{BB67D4A0-C6E3-42F7-9CDB-3C2E024CE843}" srcOrd="6" destOrd="0" presId="urn:microsoft.com/office/officeart/2018/5/layout/IconCircleLabelList"/>
    <dgm:cxn modelId="{DDF557EF-D57D-4C24-8346-B813D99DA240}" type="presParOf" srcId="{BB67D4A0-C6E3-42F7-9CDB-3C2E024CE843}" destId="{FF123B74-E8FC-4E52-A475-F95675BF3753}" srcOrd="0" destOrd="0" presId="urn:microsoft.com/office/officeart/2018/5/layout/IconCircleLabelList"/>
    <dgm:cxn modelId="{408D5EAE-CEAF-456C-B3AB-AE76A7959617}" type="presParOf" srcId="{BB67D4A0-C6E3-42F7-9CDB-3C2E024CE843}" destId="{B2B1CEEE-0CCF-4B04-9997-3294DDB6629D}" srcOrd="1" destOrd="0" presId="urn:microsoft.com/office/officeart/2018/5/layout/IconCircleLabelList"/>
    <dgm:cxn modelId="{048C0AFC-FFA9-48B6-907A-91CAE8316E42}" type="presParOf" srcId="{BB67D4A0-C6E3-42F7-9CDB-3C2E024CE843}" destId="{EB52AC3F-B29E-4929-BA47-D48569D4F9EE}" srcOrd="2" destOrd="0" presId="urn:microsoft.com/office/officeart/2018/5/layout/IconCircleLabelList"/>
    <dgm:cxn modelId="{1196D26B-C2C6-4CFE-9370-D2675F12D0A0}" type="presParOf" srcId="{BB67D4A0-C6E3-42F7-9CDB-3C2E024CE843}" destId="{DC069DD1-61AD-43C8-AD65-E5204883BA4F}" srcOrd="3" destOrd="0" presId="urn:microsoft.com/office/officeart/2018/5/layout/IconCircleLabelList"/>
    <dgm:cxn modelId="{115FBEC2-2332-4427-8A4D-4AAAB0B2BE9F}" type="presParOf" srcId="{3E95545A-CEA9-4D20-A1FA-CC801C14A30A}" destId="{949830B3-D399-46A1-AEF0-9E844D737603}" srcOrd="7" destOrd="0" presId="urn:microsoft.com/office/officeart/2018/5/layout/IconCircleLabelList"/>
    <dgm:cxn modelId="{C5DFD351-BBE7-4DC7-A02E-D859D947AE92}" type="presParOf" srcId="{3E95545A-CEA9-4D20-A1FA-CC801C14A30A}" destId="{FC6D8B34-A64A-4118-8294-19DF6322188A}" srcOrd="8" destOrd="0" presId="urn:microsoft.com/office/officeart/2018/5/layout/IconCircleLabelList"/>
    <dgm:cxn modelId="{6B2E34B0-BD57-4DF9-9EE8-DD7A1930DA38}" type="presParOf" srcId="{FC6D8B34-A64A-4118-8294-19DF6322188A}" destId="{CA745B4A-19E7-41FC-9747-68AF3F2C6C68}" srcOrd="0" destOrd="0" presId="urn:microsoft.com/office/officeart/2018/5/layout/IconCircleLabelList"/>
    <dgm:cxn modelId="{CB81A2C8-74BA-44B0-BBFD-62D7D8A98BC3}" type="presParOf" srcId="{FC6D8B34-A64A-4118-8294-19DF6322188A}" destId="{ECC661F1-65BD-4AF9-BE5A-DF5FE23FC3E8}" srcOrd="1" destOrd="0" presId="urn:microsoft.com/office/officeart/2018/5/layout/IconCircleLabelList"/>
    <dgm:cxn modelId="{77E34548-20CB-496C-80AF-2D49B0F38D56}" type="presParOf" srcId="{FC6D8B34-A64A-4118-8294-19DF6322188A}" destId="{247B6E1B-559D-4FFB-BEA9-2C1470601658}" srcOrd="2" destOrd="0" presId="urn:microsoft.com/office/officeart/2018/5/layout/IconCircleLabelList"/>
    <dgm:cxn modelId="{5ABED0F9-7CC2-4AEB-8F1B-D96C085C13A5}" type="presParOf" srcId="{FC6D8B34-A64A-4118-8294-19DF6322188A}" destId="{9268461C-775E-4795-8C76-AF11980F90E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379F55-4ED1-4F18-84B8-BB6BD589941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F46D6F9-C3C9-4143-AE37-7D75DDC7877C}">
      <dgm:prSet/>
      <dgm:spPr/>
      <dgm:t>
        <a:bodyPr/>
        <a:lstStyle/>
        <a:p>
          <a:pPr>
            <a:defRPr cap="all"/>
          </a:pPr>
          <a:r>
            <a:rPr lang="en-GB"/>
            <a:t>For Students</a:t>
          </a:r>
          <a:endParaRPr lang="en-US"/>
        </a:p>
      </dgm:t>
    </dgm:pt>
    <dgm:pt modelId="{FD44ABFF-523C-4AC4-A6FB-2199D56183B1}" type="parTrans" cxnId="{606FE916-4CD9-4A74-BCE9-69E11ED82D50}">
      <dgm:prSet/>
      <dgm:spPr/>
      <dgm:t>
        <a:bodyPr/>
        <a:lstStyle/>
        <a:p>
          <a:endParaRPr lang="en-US"/>
        </a:p>
      </dgm:t>
    </dgm:pt>
    <dgm:pt modelId="{78485958-F70B-4277-B5BD-C9B25109F9E0}" type="sibTrans" cxnId="{606FE916-4CD9-4A74-BCE9-69E11ED82D50}">
      <dgm:prSet/>
      <dgm:spPr/>
      <dgm:t>
        <a:bodyPr/>
        <a:lstStyle/>
        <a:p>
          <a:endParaRPr lang="en-US"/>
        </a:p>
      </dgm:t>
    </dgm:pt>
    <dgm:pt modelId="{13472467-FF00-4508-9037-23AD9CC281FF}">
      <dgm:prSet/>
      <dgm:spPr/>
      <dgm:t>
        <a:bodyPr/>
        <a:lstStyle/>
        <a:p>
          <a:pPr>
            <a:defRPr cap="all"/>
          </a:pPr>
          <a:r>
            <a:rPr lang="en-GB"/>
            <a:t>What difficulties did you face while surveying the problem?</a:t>
          </a:r>
          <a:endParaRPr lang="en-US"/>
        </a:p>
      </dgm:t>
    </dgm:pt>
    <dgm:pt modelId="{6ACD62BD-4855-4EB7-875B-62863A1F2204}" type="parTrans" cxnId="{71924ADB-8201-4BD2-90EA-84113A813BF2}">
      <dgm:prSet/>
      <dgm:spPr/>
      <dgm:t>
        <a:bodyPr/>
        <a:lstStyle/>
        <a:p>
          <a:endParaRPr lang="en-US"/>
        </a:p>
      </dgm:t>
    </dgm:pt>
    <dgm:pt modelId="{2322C3CC-F78C-4A18-B235-8D71F3C26DE9}" type="sibTrans" cxnId="{71924ADB-8201-4BD2-90EA-84113A813BF2}">
      <dgm:prSet/>
      <dgm:spPr/>
      <dgm:t>
        <a:bodyPr/>
        <a:lstStyle/>
        <a:p>
          <a:endParaRPr lang="en-US"/>
        </a:p>
      </dgm:t>
    </dgm:pt>
    <dgm:pt modelId="{7AA10216-2182-4849-B2B3-4E6C4CA35C87}">
      <dgm:prSet/>
      <dgm:spPr/>
      <dgm:t>
        <a:bodyPr/>
        <a:lstStyle/>
        <a:p>
          <a:pPr>
            <a:defRPr cap="all"/>
          </a:pPr>
          <a:r>
            <a:rPr lang="en-GB"/>
            <a:t>How do we know if the topic is </a:t>
          </a:r>
          <a:r>
            <a:rPr lang="en-GB" b="1"/>
            <a:t>researchable and relevant</a:t>
          </a:r>
          <a:r>
            <a:rPr lang="en-GB"/>
            <a:t>?</a:t>
          </a:r>
          <a:endParaRPr lang="en-US"/>
        </a:p>
      </dgm:t>
    </dgm:pt>
    <dgm:pt modelId="{9DDA2BD6-99D4-4DA4-A102-2F8D16CCA066}" type="parTrans" cxnId="{DDFD1E82-79F0-4E2D-A261-BC97FF830E9E}">
      <dgm:prSet/>
      <dgm:spPr/>
      <dgm:t>
        <a:bodyPr/>
        <a:lstStyle/>
        <a:p>
          <a:endParaRPr lang="en-US"/>
        </a:p>
      </dgm:t>
    </dgm:pt>
    <dgm:pt modelId="{915BBA7C-79DF-468D-BD29-54C3932AA299}" type="sibTrans" cxnId="{DDFD1E82-79F0-4E2D-A261-BC97FF830E9E}">
      <dgm:prSet/>
      <dgm:spPr/>
      <dgm:t>
        <a:bodyPr/>
        <a:lstStyle/>
        <a:p>
          <a:endParaRPr lang="en-US"/>
        </a:p>
      </dgm:t>
    </dgm:pt>
    <dgm:pt modelId="{AF4BBCE2-DF1F-4353-8354-B9FA9B983AF8}">
      <dgm:prSet/>
      <dgm:spPr/>
      <dgm:t>
        <a:bodyPr/>
        <a:lstStyle/>
        <a:p>
          <a:pPr>
            <a:defRPr cap="all"/>
          </a:pPr>
          <a:r>
            <a:rPr lang="en-GB"/>
            <a:t>Is selected topic related to our </a:t>
          </a:r>
          <a:r>
            <a:rPr lang="en-GB" b="1"/>
            <a:t>practical experiments or field work</a:t>
          </a:r>
          <a:r>
            <a:rPr lang="en-GB"/>
            <a:t>?</a:t>
          </a:r>
          <a:endParaRPr lang="en-US"/>
        </a:p>
      </dgm:t>
    </dgm:pt>
    <dgm:pt modelId="{9316A5A8-767A-457A-BCBE-E39E69B19F34}" type="parTrans" cxnId="{B54A34BD-6CAE-4AD4-A4DE-2B9C41565108}">
      <dgm:prSet/>
      <dgm:spPr/>
      <dgm:t>
        <a:bodyPr/>
        <a:lstStyle/>
        <a:p>
          <a:endParaRPr lang="en-US"/>
        </a:p>
      </dgm:t>
    </dgm:pt>
    <dgm:pt modelId="{55FE34A0-945C-4921-AD10-6F8276549494}" type="sibTrans" cxnId="{B54A34BD-6CAE-4AD4-A4DE-2B9C41565108}">
      <dgm:prSet/>
      <dgm:spPr/>
      <dgm:t>
        <a:bodyPr/>
        <a:lstStyle/>
        <a:p>
          <a:endParaRPr lang="en-US"/>
        </a:p>
      </dgm:t>
    </dgm:pt>
    <dgm:pt modelId="{BD414702-B8E3-4099-833C-8A696D422E32}">
      <dgm:prSet/>
      <dgm:spPr/>
      <dgm:t>
        <a:bodyPr/>
        <a:lstStyle/>
        <a:p>
          <a:pPr>
            <a:defRPr cap="all"/>
          </a:pPr>
          <a:r>
            <a:rPr lang="en-GB"/>
            <a:t>How narrow or broad should the research topic be?</a:t>
          </a:r>
          <a:endParaRPr lang="en-US"/>
        </a:p>
      </dgm:t>
    </dgm:pt>
    <dgm:pt modelId="{2CBC9CC3-D064-4519-8044-D62A4B4B3084}" type="parTrans" cxnId="{5DBD3955-0DE9-46F1-AA9E-9652FB9980B7}">
      <dgm:prSet/>
      <dgm:spPr/>
      <dgm:t>
        <a:bodyPr/>
        <a:lstStyle/>
        <a:p>
          <a:endParaRPr lang="en-US"/>
        </a:p>
      </dgm:t>
    </dgm:pt>
    <dgm:pt modelId="{94CAB861-D986-4811-AC27-99D23739953E}" type="sibTrans" cxnId="{5DBD3955-0DE9-46F1-AA9E-9652FB9980B7}">
      <dgm:prSet/>
      <dgm:spPr/>
      <dgm:t>
        <a:bodyPr/>
        <a:lstStyle/>
        <a:p>
          <a:endParaRPr lang="en-US"/>
        </a:p>
      </dgm:t>
    </dgm:pt>
    <dgm:pt modelId="{85BCBB99-CD47-404C-9D4D-811BFEA019D0}">
      <dgm:prSet/>
      <dgm:spPr/>
      <dgm:t>
        <a:bodyPr/>
        <a:lstStyle/>
        <a:p>
          <a:pPr>
            <a:defRPr cap="all"/>
          </a:pPr>
          <a:r>
            <a:rPr lang="en-GB"/>
            <a:t>What are the challenges and opportunities in plastic waste management?</a:t>
          </a:r>
          <a:endParaRPr lang="en-US"/>
        </a:p>
      </dgm:t>
    </dgm:pt>
    <dgm:pt modelId="{C5B30404-CA2D-48E8-8441-44A337329B26}" type="parTrans" cxnId="{81CF7918-C43E-4D45-BE9D-057DF3E8E6CB}">
      <dgm:prSet/>
      <dgm:spPr/>
      <dgm:t>
        <a:bodyPr/>
        <a:lstStyle/>
        <a:p>
          <a:endParaRPr lang="en-US"/>
        </a:p>
      </dgm:t>
    </dgm:pt>
    <dgm:pt modelId="{B9103126-D35E-43A4-A949-486418CA6880}" type="sibTrans" cxnId="{81CF7918-C43E-4D45-BE9D-057DF3E8E6CB}">
      <dgm:prSet/>
      <dgm:spPr/>
      <dgm:t>
        <a:bodyPr/>
        <a:lstStyle/>
        <a:p>
          <a:endParaRPr lang="en-US"/>
        </a:p>
      </dgm:t>
    </dgm:pt>
    <dgm:pt modelId="{FA6079D3-00AF-4768-85A5-AF5C41637545}" type="pres">
      <dgm:prSet presAssocID="{1D379F55-4ED1-4F18-84B8-BB6BD589941C}" presName="root" presStyleCnt="0">
        <dgm:presLayoutVars>
          <dgm:dir/>
          <dgm:resizeHandles val="exact"/>
        </dgm:presLayoutVars>
      </dgm:prSet>
      <dgm:spPr/>
    </dgm:pt>
    <dgm:pt modelId="{36120E50-4666-498F-8CD8-2720429CD480}" type="pres">
      <dgm:prSet presAssocID="{3F46D6F9-C3C9-4143-AE37-7D75DDC7877C}" presName="compNode" presStyleCnt="0"/>
      <dgm:spPr/>
    </dgm:pt>
    <dgm:pt modelId="{CED86A15-F6D1-4BB1-B7EF-B9AD9F2F7753}" type="pres">
      <dgm:prSet presAssocID="{3F46D6F9-C3C9-4143-AE37-7D75DDC7877C}" presName="iconBgRect" presStyleLbl="bgShp" presStyleIdx="0" presStyleCnt="6"/>
      <dgm:spPr/>
    </dgm:pt>
    <dgm:pt modelId="{D44A523A-D51C-4255-8FDB-211DA6A252DB}" type="pres">
      <dgm:prSet presAssocID="{3F46D6F9-C3C9-4143-AE37-7D75DDC7877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14DBDA4A-7BEA-4B00-ABEC-054C1907A9FC}" type="pres">
      <dgm:prSet presAssocID="{3F46D6F9-C3C9-4143-AE37-7D75DDC7877C}" presName="spaceRect" presStyleCnt="0"/>
      <dgm:spPr/>
    </dgm:pt>
    <dgm:pt modelId="{31D7887C-4800-40F5-9EAB-996DF63FF6E8}" type="pres">
      <dgm:prSet presAssocID="{3F46D6F9-C3C9-4143-AE37-7D75DDC7877C}" presName="textRect" presStyleLbl="revTx" presStyleIdx="0" presStyleCnt="6">
        <dgm:presLayoutVars>
          <dgm:chMax val="1"/>
          <dgm:chPref val="1"/>
        </dgm:presLayoutVars>
      </dgm:prSet>
      <dgm:spPr/>
    </dgm:pt>
    <dgm:pt modelId="{53DC5215-9661-417D-9BDA-5AA169326E14}" type="pres">
      <dgm:prSet presAssocID="{78485958-F70B-4277-B5BD-C9B25109F9E0}" presName="sibTrans" presStyleCnt="0"/>
      <dgm:spPr/>
    </dgm:pt>
    <dgm:pt modelId="{0B1944A4-4711-4B74-95AC-2C6460724857}" type="pres">
      <dgm:prSet presAssocID="{13472467-FF00-4508-9037-23AD9CC281FF}" presName="compNode" presStyleCnt="0"/>
      <dgm:spPr/>
    </dgm:pt>
    <dgm:pt modelId="{5D7CB3FC-D9D2-45D3-9341-87968C808F54}" type="pres">
      <dgm:prSet presAssocID="{13472467-FF00-4508-9037-23AD9CC281FF}" presName="iconBgRect" presStyleLbl="bgShp" presStyleIdx="1" presStyleCnt="6"/>
      <dgm:spPr/>
    </dgm:pt>
    <dgm:pt modelId="{553C8C7A-0CA3-4ECC-852B-71C7C7F5A332}" type="pres">
      <dgm:prSet presAssocID="{13472467-FF00-4508-9037-23AD9CC281F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42E384A-A86F-4A47-B964-E2E6BCBD0364}" type="pres">
      <dgm:prSet presAssocID="{13472467-FF00-4508-9037-23AD9CC281FF}" presName="spaceRect" presStyleCnt="0"/>
      <dgm:spPr/>
    </dgm:pt>
    <dgm:pt modelId="{A9ACE37D-8305-402F-9200-1A62247354D2}" type="pres">
      <dgm:prSet presAssocID="{13472467-FF00-4508-9037-23AD9CC281FF}" presName="textRect" presStyleLbl="revTx" presStyleIdx="1" presStyleCnt="6">
        <dgm:presLayoutVars>
          <dgm:chMax val="1"/>
          <dgm:chPref val="1"/>
        </dgm:presLayoutVars>
      </dgm:prSet>
      <dgm:spPr/>
    </dgm:pt>
    <dgm:pt modelId="{A8F4D3F1-D227-42DD-BE8E-F1A3BB70AE29}" type="pres">
      <dgm:prSet presAssocID="{2322C3CC-F78C-4A18-B235-8D71F3C26DE9}" presName="sibTrans" presStyleCnt="0"/>
      <dgm:spPr/>
    </dgm:pt>
    <dgm:pt modelId="{1275A0A3-B444-4A8F-8A6D-61F712E35428}" type="pres">
      <dgm:prSet presAssocID="{7AA10216-2182-4849-B2B3-4E6C4CA35C87}" presName="compNode" presStyleCnt="0"/>
      <dgm:spPr/>
    </dgm:pt>
    <dgm:pt modelId="{4EFB87FC-27A8-4ACF-901B-36E2B54DDA30}" type="pres">
      <dgm:prSet presAssocID="{7AA10216-2182-4849-B2B3-4E6C4CA35C87}" presName="iconBgRect" presStyleLbl="bgShp" presStyleIdx="2" presStyleCnt="6"/>
      <dgm:spPr/>
    </dgm:pt>
    <dgm:pt modelId="{E86DF67F-1A13-4226-969A-199247553145}" type="pres">
      <dgm:prSet presAssocID="{7AA10216-2182-4849-B2B3-4E6C4CA35C8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94BC0AA0-C1E3-4D69-8051-0A299E6093A2}" type="pres">
      <dgm:prSet presAssocID="{7AA10216-2182-4849-B2B3-4E6C4CA35C87}" presName="spaceRect" presStyleCnt="0"/>
      <dgm:spPr/>
    </dgm:pt>
    <dgm:pt modelId="{0F6AAC93-E7FF-4CFF-A258-3256353AD7B4}" type="pres">
      <dgm:prSet presAssocID="{7AA10216-2182-4849-B2B3-4E6C4CA35C87}" presName="textRect" presStyleLbl="revTx" presStyleIdx="2" presStyleCnt="6">
        <dgm:presLayoutVars>
          <dgm:chMax val="1"/>
          <dgm:chPref val="1"/>
        </dgm:presLayoutVars>
      </dgm:prSet>
      <dgm:spPr/>
    </dgm:pt>
    <dgm:pt modelId="{4B2838E1-3C3D-43A4-8544-042DF33FBE58}" type="pres">
      <dgm:prSet presAssocID="{915BBA7C-79DF-468D-BD29-54C3932AA299}" presName="sibTrans" presStyleCnt="0"/>
      <dgm:spPr/>
    </dgm:pt>
    <dgm:pt modelId="{6AC680A0-9A0D-42D6-BF73-4517CF11FD21}" type="pres">
      <dgm:prSet presAssocID="{AF4BBCE2-DF1F-4353-8354-B9FA9B983AF8}" presName="compNode" presStyleCnt="0"/>
      <dgm:spPr/>
    </dgm:pt>
    <dgm:pt modelId="{619DBE97-1BC6-40A9-89B6-78407F651B86}" type="pres">
      <dgm:prSet presAssocID="{AF4BBCE2-DF1F-4353-8354-B9FA9B983AF8}" presName="iconBgRect" presStyleLbl="bgShp" presStyleIdx="3" presStyleCnt="6"/>
      <dgm:spPr/>
    </dgm:pt>
    <dgm:pt modelId="{403D03A8-49E6-4469-BCA4-DAE37622FA01}" type="pres">
      <dgm:prSet presAssocID="{AF4BBCE2-DF1F-4353-8354-B9FA9B983AF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01E20D93-A24C-4AC3-B37D-25A696763869}" type="pres">
      <dgm:prSet presAssocID="{AF4BBCE2-DF1F-4353-8354-B9FA9B983AF8}" presName="spaceRect" presStyleCnt="0"/>
      <dgm:spPr/>
    </dgm:pt>
    <dgm:pt modelId="{CA006B0C-04C1-47AD-BD2C-E5AA973C6C49}" type="pres">
      <dgm:prSet presAssocID="{AF4BBCE2-DF1F-4353-8354-B9FA9B983AF8}" presName="textRect" presStyleLbl="revTx" presStyleIdx="3" presStyleCnt="6">
        <dgm:presLayoutVars>
          <dgm:chMax val="1"/>
          <dgm:chPref val="1"/>
        </dgm:presLayoutVars>
      </dgm:prSet>
      <dgm:spPr/>
    </dgm:pt>
    <dgm:pt modelId="{688C34DA-624D-4AC4-B5A9-22CC50C07975}" type="pres">
      <dgm:prSet presAssocID="{55FE34A0-945C-4921-AD10-6F8276549494}" presName="sibTrans" presStyleCnt="0"/>
      <dgm:spPr/>
    </dgm:pt>
    <dgm:pt modelId="{94E00BAC-5988-4F31-87B4-F0C665E17E51}" type="pres">
      <dgm:prSet presAssocID="{BD414702-B8E3-4099-833C-8A696D422E32}" presName="compNode" presStyleCnt="0"/>
      <dgm:spPr/>
    </dgm:pt>
    <dgm:pt modelId="{D2261A9B-EF75-4082-A500-6447F9C86B5B}" type="pres">
      <dgm:prSet presAssocID="{BD414702-B8E3-4099-833C-8A696D422E32}" presName="iconBgRect" presStyleLbl="bgShp" presStyleIdx="4" presStyleCnt="6"/>
      <dgm:spPr/>
    </dgm:pt>
    <dgm:pt modelId="{4A45BE3C-F194-45CF-8653-643EA71AF2AB}" type="pres">
      <dgm:prSet presAssocID="{BD414702-B8E3-4099-833C-8A696D422E3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21ED8AE-1F30-4B40-A304-30C3C490A494}" type="pres">
      <dgm:prSet presAssocID="{BD414702-B8E3-4099-833C-8A696D422E32}" presName="spaceRect" presStyleCnt="0"/>
      <dgm:spPr/>
    </dgm:pt>
    <dgm:pt modelId="{2160C01E-054B-4A93-A5F6-89B1FC9D60D2}" type="pres">
      <dgm:prSet presAssocID="{BD414702-B8E3-4099-833C-8A696D422E32}" presName="textRect" presStyleLbl="revTx" presStyleIdx="4" presStyleCnt="6">
        <dgm:presLayoutVars>
          <dgm:chMax val="1"/>
          <dgm:chPref val="1"/>
        </dgm:presLayoutVars>
      </dgm:prSet>
      <dgm:spPr/>
    </dgm:pt>
    <dgm:pt modelId="{8EBFC5F5-BDEE-4369-A031-B030E74710D4}" type="pres">
      <dgm:prSet presAssocID="{94CAB861-D986-4811-AC27-99D23739953E}" presName="sibTrans" presStyleCnt="0"/>
      <dgm:spPr/>
    </dgm:pt>
    <dgm:pt modelId="{1639F595-C5E3-4363-AEDC-FD0237518BA3}" type="pres">
      <dgm:prSet presAssocID="{85BCBB99-CD47-404C-9D4D-811BFEA019D0}" presName="compNode" presStyleCnt="0"/>
      <dgm:spPr/>
    </dgm:pt>
    <dgm:pt modelId="{3FE2EC33-77DE-46A3-92AE-989141299EA6}" type="pres">
      <dgm:prSet presAssocID="{85BCBB99-CD47-404C-9D4D-811BFEA019D0}" presName="iconBgRect" presStyleLbl="bgShp" presStyleIdx="5" presStyleCnt="6"/>
      <dgm:spPr/>
    </dgm:pt>
    <dgm:pt modelId="{41EA9F4C-46C0-475F-976C-F99370A9F28C}" type="pres">
      <dgm:prSet presAssocID="{85BCBB99-CD47-404C-9D4D-811BFEA019D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856AA477-8451-4339-A51C-4492606A3396}" type="pres">
      <dgm:prSet presAssocID="{85BCBB99-CD47-404C-9D4D-811BFEA019D0}" presName="spaceRect" presStyleCnt="0"/>
      <dgm:spPr/>
    </dgm:pt>
    <dgm:pt modelId="{82C037B8-131A-409A-A9D7-8446E03F7E17}" type="pres">
      <dgm:prSet presAssocID="{85BCBB99-CD47-404C-9D4D-811BFEA019D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808D1115-3B0E-4CE1-9907-6C7E49D0A270}" type="presOf" srcId="{7AA10216-2182-4849-B2B3-4E6C4CA35C87}" destId="{0F6AAC93-E7FF-4CFF-A258-3256353AD7B4}" srcOrd="0" destOrd="0" presId="urn:microsoft.com/office/officeart/2018/5/layout/IconCircleLabelList"/>
    <dgm:cxn modelId="{606FE916-4CD9-4A74-BCE9-69E11ED82D50}" srcId="{1D379F55-4ED1-4F18-84B8-BB6BD589941C}" destId="{3F46D6F9-C3C9-4143-AE37-7D75DDC7877C}" srcOrd="0" destOrd="0" parTransId="{FD44ABFF-523C-4AC4-A6FB-2199D56183B1}" sibTransId="{78485958-F70B-4277-B5BD-C9B25109F9E0}"/>
    <dgm:cxn modelId="{81CF7918-C43E-4D45-BE9D-057DF3E8E6CB}" srcId="{1D379F55-4ED1-4F18-84B8-BB6BD589941C}" destId="{85BCBB99-CD47-404C-9D4D-811BFEA019D0}" srcOrd="5" destOrd="0" parTransId="{C5B30404-CA2D-48E8-8441-44A337329B26}" sibTransId="{B9103126-D35E-43A4-A949-486418CA6880}"/>
    <dgm:cxn modelId="{FD1BF03A-1E98-4467-AB4C-94ED2F127ACE}" type="presOf" srcId="{1D379F55-4ED1-4F18-84B8-BB6BD589941C}" destId="{FA6079D3-00AF-4768-85A5-AF5C41637545}" srcOrd="0" destOrd="0" presId="urn:microsoft.com/office/officeart/2018/5/layout/IconCircleLabelList"/>
    <dgm:cxn modelId="{C4C8DE51-290C-4C2E-A3F5-74587CAA4270}" type="presOf" srcId="{AF4BBCE2-DF1F-4353-8354-B9FA9B983AF8}" destId="{CA006B0C-04C1-47AD-BD2C-E5AA973C6C49}" srcOrd="0" destOrd="0" presId="urn:microsoft.com/office/officeart/2018/5/layout/IconCircleLabelList"/>
    <dgm:cxn modelId="{5DBD3955-0DE9-46F1-AA9E-9652FB9980B7}" srcId="{1D379F55-4ED1-4F18-84B8-BB6BD589941C}" destId="{BD414702-B8E3-4099-833C-8A696D422E32}" srcOrd="4" destOrd="0" parTransId="{2CBC9CC3-D064-4519-8044-D62A4B4B3084}" sibTransId="{94CAB861-D986-4811-AC27-99D23739953E}"/>
    <dgm:cxn modelId="{DDFD1E82-79F0-4E2D-A261-BC97FF830E9E}" srcId="{1D379F55-4ED1-4F18-84B8-BB6BD589941C}" destId="{7AA10216-2182-4849-B2B3-4E6C4CA35C87}" srcOrd="2" destOrd="0" parTransId="{9DDA2BD6-99D4-4DA4-A102-2F8D16CCA066}" sibTransId="{915BBA7C-79DF-468D-BD29-54C3932AA299}"/>
    <dgm:cxn modelId="{0C9984AC-43AF-41CC-9BCE-5A041EA1EE5A}" type="presOf" srcId="{BD414702-B8E3-4099-833C-8A696D422E32}" destId="{2160C01E-054B-4A93-A5F6-89B1FC9D60D2}" srcOrd="0" destOrd="0" presId="urn:microsoft.com/office/officeart/2018/5/layout/IconCircleLabelList"/>
    <dgm:cxn modelId="{B54A34BD-6CAE-4AD4-A4DE-2B9C41565108}" srcId="{1D379F55-4ED1-4F18-84B8-BB6BD589941C}" destId="{AF4BBCE2-DF1F-4353-8354-B9FA9B983AF8}" srcOrd="3" destOrd="0" parTransId="{9316A5A8-767A-457A-BCBE-E39E69B19F34}" sibTransId="{55FE34A0-945C-4921-AD10-6F8276549494}"/>
    <dgm:cxn modelId="{DE6E83C9-E636-4F1C-9236-233F50F03560}" type="presOf" srcId="{3F46D6F9-C3C9-4143-AE37-7D75DDC7877C}" destId="{31D7887C-4800-40F5-9EAB-996DF63FF6E8}" srcOrd="0" destOrd="0" presId="urn:microsoft.com/office/officeart/2018/5/layout/IconCircleLabelList"/>
    <dgm:cxn modelId="{71924ADB-8201-4BD2-90EA-84113A813BF2}" srcId="{1D379F55-4ED1-4F18-84B8-BB6BD589941C}" destId="{13472467-FF00-4508-9037-23AD9CC281FF}" srcOrd="1" destOrd="0" parTransId="{6ACD62BD-4855-4EB7-875B-62863A1F2204}" sibTransId="{2322C3CC-F78C-4A18-B235-8D71F3C26DE9}"/>
    <dgm:cxn modelId="{6C3983E7-E609-4026-8BEF-69BF55563A02}" type="presOf" srcId="{85BCBB99-CD47-404C-9D4D-811BFEA019D0}" destId="{82C037B8-131A-409A-A9D7-8446E03F7E17}" srcOrd="0" destOrd="0" presId="urn:microsoft.com/office/officeart/2018/5/layout/IconCircleLabelList"/>
    <dgm:cxn modelId="{759701F1-53FC-47EE-9AF8-A096EB8BB8E4}" type="presOf" srcId="{13472467-FF00-4508-9037-23AD9CC281FF}" destId="{A9ACE37D-8305-402F-9200-1A62247354D2}" srcOrd="0" destOrd="0" presId="urn:microsoft.com/office/officeart/2018/5/layout/IconCircleLabelList"/>
    <dgm:cxn modelId="{B2548393-231B-435E-940F-598D9B8B7C25}" type="presParOf" srcId="{FA6079D3-00AF-4768-85A5-AF5C41637545}" destId="{36120E50-4666-498F-8CD8-2720429CD480}" srcOrd="0" destOrd="0" presId="urn:microsoft.com/office/officeart/2018/5/layout/IconCircleLabelList"/>
    <dgm:cxn modelId="{C1174384-8EE5-4242-A1A3-9ED7E8BC509A}" type="presParOf" srcId="{36120E50-4666-498F-8CD8-2720429CD480}" destId="{CED86A15-F6D1-4BB1-B7EF-B9AD9F2F7753}" srcOrd="0" destOrd="0" presId="urn:microsoft.com/office/officeart/2018/5/layout/IconCircleLabelList"/>
    <dgm:cxn modelId="{6E519297-75BC-4414-937D-76FA1C965000}" type="presParOf" srcId="{36120E50-4666-498F-8CD8-2720429CD480}" destId="{D44A523A-D51C-4255-8FDB-211DA6A252DB}" srcOrd="1" destOrd="0" presId="urn:microsoft.com/office/officeart/2018/5/layout/IconCircleLabelList"/>
    <dgm:cxn modelId="{47F2DC7F-0556-4376-8475-A658B483C597}" type="presParOf" srcId="{36120E50-4666-498F-8CD8-2720429CD480}" destId="{14DBDA4A-7BEA-4B00-ABEC-054C1907A9FC}" srcOrd="2" destOrd="0" presId="urn:microsoft.com/office/officeart/2018/5/layout/IconCircleLabelList"/>
    <dgm:cxn modelId="{64D33DB7-D0F6-43DA-B4F9-810824FF87EB}" type="presParOf" srcId="{36120E50-4666-498F-8CD8-2720429CD480}" destId="{31D7887C-4800-40F5-9EAB-996DF63FF6E8}" srcOrd="3" destOrd="0" presId="urn:microsoft.com/office/officeart/2018/5/layout/IconCircleLabelList"/>
    <dgm:cxn modelId="{A851C4C2-777A-4D49-B100-099195F00D22}" type="presParOf" srcId="{FA6079D3-00AF-4768-85A5-AF5C41637545}" destId="{53DC5215-9661-417D-9BDA-5AA169326E14}" srcOrd="1" destOrd="0" presId="urn:microsoft.com/office/officeart/2018/5/layout/IconCircleLabelList"/>
    <dgm:cxn modelId="{B1DC2027-3355-4262-82CB-14E6B397742F}" type="presParOf" srcId="{FA6079D3-00AF-4768-85A5-AF5C41637545}" destId="{0B1944A4-4711-4B74-95AC-2C6460724857}" srcOrd="2" destOrd="0" presId="urn:microsoft.com/office/officeart/2018/5/layout/IconCircleLabelList"/>
    <dgm:cxn modelId="{47C34515-FF35-4DC6-8E40-05122281EE0A}" type="presParOf" srcId="{0B1944A4-4711-4B74-95AC-2C6460724857}" destId="{5D7CB3FC-D9D2-45D3-9341-87968C808F54}" srcOrd="0" destOrd="0" presId="urn:microsoft.com/office/officeart/2018/5/layout/IconCircleLabelList"/>
    <dgm:cxn modelId="{BB9DDCB0-CBF4-44DD-8982-D0AAEC591B05}" type="presParOf" srcId="{0B1944A4-4711-4B74-95AC-2C6460724857}" destId="{553C8C7A-0CA3-4ECC-852B-71C7C7F5A332}" srcOrd="1" destOrd="0" presId="urn:microsoft.com/office/officeart/2018/5/layout/IconCircleLabelList"/>
    <dgm:cxn modelId="{1E369F49-C29A-4283-9EE1-A58DF53FEDD0}" type="presParOf" srcId="{0B1944A4-4711-4B74-95AC-2C6460724857}" destId="{B42E384A-A86F-4A47-B964-E2E6BCBD0364}" srcOrd="2" destOrd="0" presId="urn:microsoft.com/office/officeart/2018/5/layout/IconCircleLabelList"/>
    <dgm:cxn modelId="{57327584-0808-4E3A-8CFD-253309082DBC}" type="presParOf" srcId="{0B1944A4-4711-4B74-95AC-2C6460724857}" destId="{A9ACE37D-8305-402F-9200-1A62247354D2}" srcOrd="3" destOrd="0" presId="urn:microsoft.com/office/officeart/2018/5/layout/IconCircleLabelList"/>
    <dgm:cxn modelId="{FAF1AF91-A61C-4EC9-BED3-878BA4461C8F}" type="presParOf" srcId="{FA6079D3-00AF-4768-85A5-AF5C41637545}" destId="{A8F4D3F1-D227-42DD-BE8E-F1A3BB70AE29}" srcOrd="3" destOrd="0" presId="urn:microsoft.com/office/officeart/2018/5/layout/IconCircleLabelList"/>
    <dgm:cxn modelId="{613C0C32-A91F-4AAA-8077-2C915FCD058B}" type="presParOf" srcId="{FA6079D3-00AF-4768-85A5-AF5C41637545}" destId="{1275A0A3-B444-4A8F-8A6D-61F712E35428}" srcOrd="4" destOrd="0" presId="urn:microsoft.com/office/officeart/2018/5/layout/IconCircleLabelList"/>
    <dgm:cxn modelId="{E94748B6-19FC-4090-A5EC-E92C61656B97}" type="presParOf" srcId="{1275A0A3-B444-4A8F-8A6D-61F712E35428}" destId="{4EFB87FC-27A8-4ACF-901B-36E2B54DDA30}" srcOrd="0" destOrd="0" presId="urn:microsoft.com/office/officeart/2018/5/layout/IconCircleLabelList"/>
    <dgm:cxn modelId="{5E11B0B1-7019-4EB4-844A-F7AABA5071BB}" type="presParOf" srcId="{1275A0A3-B444-4A8F-8A6D-61F712E35428}" destId="{E86DF67F-1A13-4226-969A-199247553145}" srcOrd="1" destOrd="0" presId="urn:microsoft.com/office/officeart/2018/5/layout/IconCircleLabelList"/>
    <dgm:cxn modelId="{681E0CB1-F8E1-4344-902A-36ED7B9B1DD0}" type="presParOf" srcId="{1275A0A3-B444-4A8F-8A6D-61F712E35428}" destId="{94BC0AA0-C1E3-4D69-8051-0A299E6093A2}" srcOrd="2" destOrd="0" presId="urn:microsoft.com/office/officeart/2018/5/layout/IconCircleLabelList"/>
    <dgm:cxn modelId="{D3F35943-584A-4611-85E2-AAED93E074A1}" type="presParOf" srcId="{1275A0A3-B444-4A8F-8A6D-61F712E35428}" destId="{0F6AAC93-E7FF-4CFF-A258-3256353AD7B4}" srcOrd="3" destOrd="0" presId="urn:microsoft.com/office/officeart/2018/5/layout/IconCircleLabelList"/>
    <dgm:cxn modelId="{3FCB87CA-F005-418E-94E2-EACDF4A2A3A7}" type="presParOf" srcId="{FA6079D3-00AF-4768-85A5-AF5C41637545}" destId="{4B2838E1-3C3D-43A4-8544-042DF33FBE58}" srcOrd="5" destOrd="0" presId="urn:microsoft.com/office/officeart/2018/5/layout/IconCircleLabelList"/>
    <dgm:cxn modelId="{5BABFBB1-2EB3-4720-BD22-B567FC1D6050}" type="presParOf" srcId="{FA6079D3-00AF-4768-85A5-AF5C41637545}" destId="{6AC680A0-9A0D-42D6-BF73-4517CF11FD21}" srcOrd="6" destOrd="0" presId="urn:microsoft.com/office/officeart/2018/5/layout/IconCircleLabelList"/>
    <dgm:cxn modelId="{D0011D9E-FA5B-4B9C-9738-53CF2F03B686}" type="presParOf" srcId="{6AC680A0-9A0D-42D6-BF73-4517CF11FD21}" destId="{619DBE97-1BC6-40A9-89B6-78407F651B86}" srcOrd="0" destOrd="0" presId="urn:microsoft.com/office/officeart/2018/5/layout/IconCircleLabelList"/>
    <dgm:cxn modelId="{0211A7D1-0020-4A23-BC3A-442C7DF9DE30}" type="presParOf" srcId="{6AC680A0-9A0D-42D6-BF73-4517CF11FD21}" destId="{403D03A8-49E6-4469-BCA4-DAE37622FA01}" srcOrd="1" destOrd="0" presId="urn:microsoft.com/office/officeart/2018/5/layout/IconCircleLabelList"/>
    <dgm:cxn modelId="{3235ED75-D356-4D48-A62A-69FCF888D3A4}" type="presParOf" srcId="{6AC680A0-9A0D-42D6-BF73-4517CF11FD21}" destId="{01E20D93-A24C-4AC3-B37D-25A696763869}" srcOrd="2" destOrd="0" presId="urn:microsoft.com/office/officeart/2018/5/layout/IconCircleLabelList"/>
    <dgm:cxn modelId="{A1692D25-3935-48A4-849F-623C5B65EB41}" type="presParOf" srcId="{6AC680A0-9A0D-42D6-BF73-4517CF11FD21}" destId="{CA006B0C-04C1-47AD-BD2C-E5AA973C6C49}" srcOrd="3" destOrd="0" presId="urn:microsoft.com/office/officeart/2018/5/layout/IconCircleLabelList"/>
    <dgm:cxn modelId="{1B6D4E14-A64D-4901-9358-5CCF56620C25}" type="presParOf" srcId="{FA6079D3-00AF-4768-85A5-AF5C41637545}" destId="{688C34DA-624D-4AC4-B5A9-22CC50C07975}" srcOrd="7" destOrd="0" presId="urn:microsoft.com/office/officeart/2018/5/layout/IconCircleLabelList"/>
    <dgm:cxn modelId="{38436A3C-7547-4EE3-B591-A392585CD850}" type="presParOf" srcId="{FA6079D3-00AF-4768-85A5-AF5C41637545}" destId="{94E00BAC-5988-4F31-87B4-F0C665E17E51}" srcOrd="8" destOrd="0" presId="urn:microsoft.com/office/officeart/2018/5/layout/IconCircleLabelList"/>
    <dgm:cxn modelId="{6AFAA9D0-FA23-4990-A575-78D89298C2FB}" type="presParOf" srcId="{94E00BAC-5988-4F31-87B4-F0C665E17E51}" destId="{D2261A9B-EF75-4082-A500-6447F9C86B5B}" srcOrd="0" destOrd="0" presId="urn:microsoft.com/office/officeart/2018/5/layout/IconCircleLabelList"/>
    <dgm:cxn modelId="{4DC98A2F-3500-4BE6-97E3-752CE24ED28B}" type="presParOf" srcId="{94E00BAC-5988-4F31-87B4-F0C665E17E51}" destId="{4A45BE3C-F194-45CF-8653-643EA71AF2AB}" srcOrd="1" destOrd="0" presId="urn:microsoft.com/office/officeart/2018/5/layout/IconCircleLabelList"/>
    <dgm:cxn modelId="{2C747216-2A8A-4A3A-A8DF-D4267DBC4EF3}" type="presParOf" srcId="{94E00BAC-5988-4F31-87B4-F0C665E17E51}" destId="{921ED8AE-1F30-4B40-A304-30C3C490A494}" srcOrd="2" destOrd="0" presId="urn:microsoft.com/office/officeart/2018/5/layout/IconCircleLabelList"/>
    <dgm:cxn modelId="{172FD831-4C1D-4664-AFDE-412CEA23ABC2}" type="presParOf" srcId="{94E00BAC-5988-4F31-87B4-F0C665E17E51}" destId="{2160C01E-054B-4A93-A5F6-89B1FC9D60D2}" srcOrd="3" destOrd="0" presId="urn:microsoft.com/office/officeart/2018/5/layout/IconCircleLabelList"/>
    <dgm:cxn modelId="{A5A2CEC1-52C5-4F61-BE33-B8963C41102D}" type="presParOf" srcId="{FA6079D3-00AF-4768-85A5-AF5C41637545}" destId="{8EBFC5F5-BDEE-4369-A031-B030E74710D4}" srcOrd="9" destOrd="0" presId="urn:microsoft.com/office/officeart/2018/5/layout/IconCircleLabelList"/>
    <dgm:cxn modelId="{C3CDF38E-D9B1-426F-BA06-30F810A7C5E2}" type="presParOf" srcId="{FA6079D3-00AF-4768-85A5-AF5C41637545}" destId="{1639F595-C5E3-4363-AEDC-FD0237518BA3}" srcOrd="10" destOrd="0" presId="urn:microsoft.com/office/officeart/2018/5/layout/IconCircleLabelList"/>
    <dgm:cxn modelId="{2CE4B65E-6101-48F5-B13B-0CD4A34086F5}" type="presParOf" srcId="{1639F595-C5E3-4363-AEDC-FD0237518BA3}" destId="{3FE2EC33-77DE-46A3-92AE-989141299EA6}" srcOrd="0" destOrd="0" presId="urn:microsoft.com/office/officeart/2018/5/layout/IconCircleLabelList"/>
    <dgm:cxn modelId="{0F7C0876-9776-4AB6-AA9F-F0EA4C7C752C}" type="presParOf" srcId="{1639F595-C5E3-4363-AEDC-FD0237518BA3}" destId="{41EA9F4C-46C0-475F-976C-F99370A9F28C}" srcOrd="1" destOrd="0" presId="urn:microsoft.com/office/officeart/2018/5/layout/IconCircleLabelList"/>
    <dgm:cxn modelId="{2AB119D4-0B65-4EB7-B8B0-39BF6DCAB921}" type="presParOf" srcId="{1639F595-C5E3-4363-AEDC-FD0237518BA3}" destId="{856AA477-8451-4339-A51C-4492606A3396}" srcOrd="2" destOrd="0" presId="urn:microsoft.com/office/officeart/2018/5/layout/IconCircleLabelList"/>
    <dgm:cxn modelId="{19525861-EDED-46CA-860B-E41D10B480BC}" type="presParOf" srcId="{1639F595-C5E3-4363-AEDC-FD0237518BA3}" destId="{82C037B8-131A-409A-A9D7-8446E03F7E1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85917A-9E19-499E-977C-15EB9B207B4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CE5D5C-FE32-4138-A918-B852C76A3BA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Objective: Understand the human impact of plastic pollution</a:t>
          </a:r>
          <a:endParaRPr lang="en-US"/>
        </a:p>
      </dgm:t>
    </dgm:pt>
    <dgm:pt modelId="{CFAF5D77-67A6-4394-9185-3995528FDB9C}" type="parTrans" cxnId="{4F57C946-084D-48F6-A7BA-82C967FF280F}">
      <dgm:prSet/>
      <dgm:spPr/>
      <dgm:t>
        <a:bodyPr/>
        <a:lstStyle/>
        <a:p>
          <a:endParaRPr lang="en-US"/>
        </a:p>
      </dgm:t>
    </dgm:pt>
    <dgm:pt modelId="{93D6A368-3D37-4DA1-9C4D-C520AF4D67EB}" type="sibTrans" cxnId="{4F57C946-084D-48F6-A7BA-82C967FF280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CE27467-DE98-4ED0-884C-F4A3D5EF2A3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Conduct interviews with sanitation workers and residents</a:t>
          </a:r>
          <a:endParaRPr lang="en-US"/>
        </a:p>
      </dgm:t>
    </dgm:pt>
    <dgm:pt modelId="{04DB8568-BE6F-495C-BCEB-A95B06A46C5F}" type="parTrans" cxnId="{7F4FB9D1-9A42-48C0-BED8-C18BEA593817}">
      <dgm:prSet/>
      <dgm:spPr/>
      <dgm:t>
        <a:bodyPr/>
        <a:lstStyle/>
        <a:p>
          <a:endParaRPr lang="en-US"/>
        </a:p>
      </dgm:t>
    </dgm:pt>
    <dgm:pt modelId="{6A6C4090-360A-4570-91B4-9D3287436875}" type="sibTrans" cxnId="{7F4FB9D1-9A42-48C0-BED8-C18BEA59381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966E57-776A-4DAC-AFFA-52E2D923642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Observe waste disposal behavior in the community</a:t>
          </a:r>
          <a:endParaRPr lang="en-US"/>
        </a:p>
      </dgm:t>
    </dgm:pt>
    <dgm:pt modelId="{CD111BC7-6D20-4AAD-AD5B-2EA4F889AAF9}" type="parTrans" cxnId="{BD6E44B2-B64C-420A-8201-4F2EECA39E72}">
      <dgm:prSet/>
      <dgm:spPr/>
      <dgm:t>
        <a:bodyPr/>
        <a:lstStyle/>
        <a:p>
          <a:endParaRPr lang="en-US"/>
        </a:p>
      </dgm:t>
    </dgm:pt>
    <dgm:pt modelId="{6E6B8CAC-27D5-4BC2-BD6E-8D30DC326FC3}" type="sibTrans" cxnId="{BD6E44B2-B64C-420A-8201-4F2EECA39E7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8743502-7802-4B9C-9033-D992F0A8C46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Create stakeholder persona profiles</a:t>
          </a:r>
          <a:endParaRPr lang="en-US"/>
        </a:p>
      </dgm:t>
    </dgm:pt>
    <dgm:pt modelId="{CF6CBA65-4F4E-4A6C-A6FA-A4E9E70366A3}" type="parTrans" cxnId="{329C5029-EBEF-4CEC-91E5-10D567F4966E}">
      <dgm:prSet/>
      <dgm:spPr/>
      <dgm:t>
        <a:bodyPr/>
        <a:lstStyle/>
        <a:p>
          <a:endParaRPr lang="en-US"/>
        </a:p>
      </dgm:t>
    </dgm:pt>
    <dgm:pt modelId="{1EB3F6D7-FC94-40B7-82D8-B08A797BE34C}" type="sibTrans" cxnId="{329C5029-EBEF-4CEC-91E5-10D567F4966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53D8487-818B-4FA4-B02C-C36E2467558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Cognitive Focus: Observation, empathy mapping, contextual understanding</a:t>
          </a:r>
          <a:endParaRPr lang="en-US"/>
        </a:p>
      </dgm:t>
    </dgm:pt>
    <dgm:pt modelId="{1FEAFE2A-A651-4C2E-9D1D-E214475541A8}" type="parTrans" cxnId="{E80FF8BE-7276-4294-9636-24C2D92FD2F1}">
      <dgm:prSet/>
      <dgm:spPr/>
      <dgm:t>
        <a:bodyPr/>
        <a:lstStyle/>
        <a:p>
          <a:endParaRPr lang="en-US"/>
        </a:p>
      </dgm:t>
    </dgm:pt>
    <dgm:pt modelId="{7AEF9465-6AC5-4E33-86D8-C2DED003D890}" type="sibTrans" cxnId="{E80FF8BE-7276-4294-9636-24C2D92FD2F1}">
      <dgm:prSet/>
      <dgm:spPr/>
      <dgm:t>
        <a:bodyPr/>
        <a:lstStyle/>
        <a:p>
          <a:endParaRPr lang="en-US"/>
        </a:p>
      </dgm:t>
    </dgm:pt>
    <dgm:pt modelId="{759D1A47-8D49-455F-A638-80D99DDD56B8}" type="pres">
      <dgm:prSet presAssocID="{B085917A-9E19-499E-977C-15EB9B207B41}" presName="root" presStyleCnt="0">
        <dgm:presLayoutVars>
          <dgm:dir/>
          <dgm:resizeHandles val="exact"/>
        </dgm:presLayoutVars>
      </dgm:prSet>
      <dgm:spPr/>
    </dgm:pt>
    <dgm:pt modelId="{38481316-4736-4633-B069-5AE23EF8B406}" type="pres">
      <dgm:prSet presAssocID="{B085917A-9E19-499E-977C-15EB9B207B41}" presName="container" presStyleCnt="0">
        <dgm:presLayoutVars>
          <dgm:dir/>
          <dgm:resizeHandles val="exact"/>
        </dgm:presLayoutVars>
      </dgm:prSet>
      <dgm:spPr/>
    </dgm:pt>
    <dgm:pt modelId="{B14A0F50-BF4B-4E49-B6DB-628BF533F451}" type="pres">
      <dgm:prSet presAssocID="{D2CE5D5C-FE32-4138-A918-B852C76A3BA7}" presName="compNode" presStyleCnt="0"/>
      <dgm:spPr/>
    </dgm:pt>
    <dgm:pt modelId="{B16F3541-9E8E-494D-9144-438EEA11FD35}" type="pres">
      <dgm:prSet presAssocID="{D2CE5D5C-FE32-4138-A918-B852C76A3BA7}" presName="iconBgRect" presStyleLbl="bgShp" presStyleIdx="0" presStyleCnt="5"/>
      <dgm:spPr/>
    </dgm:pt>
    <dgm:pt modelId="{98A5AB8A-A6E8-4B5D-96E2-E6D0FE793739}" type="pres">
      <dgm:prSet presAssocID="{D2CE5D5C-FE32-4138-A918-B852C76A3BA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1DE895E-EBDA-4224-9CC9-FA940D15AD4B}" type="pres">
      <dgm:prSet presAssocID="{D2CE5D5C-FE32-4138-A918-B852C76A3BA7}" presName="spaceRect" presStyleCnt="0"/>
      <dgm:spPr/>
    </dgm:pt>
    <dgm:pt modelId="{30525E55-7016-4C60-8502-1186957BB970}" type="pres">
      <dgm:prSet presAssocID="{D2CE5D5C-FE32-4138-A918-B852C76A3BA7}" presName="textRect" presStyleLbl="revTx" presStyleIdx="0" presStyleCnt="5">
        <dgm:presLayoutVars>
          <dgm:chMax val="1"/>
          <dgm:chPref val="1"/>
        </dgm:presLayoutVars>
      </dgm:prSet>
      <dgm:spPr/>
    </dgm:pt>
    <dgm:pt modelId="{3787BB14-7725-4B40-8DD2-F5B4CC80A1DB}" type="pres">
      <dgm:prSet presAssocID="{93D6A368-3D37-4DA1-9C4D-C520AF4D67EB}" presName="sibTrans" presStyleLbl="sibTrans2D1" presStyleIdx="0" presStyleCnt="0"/>
      <dgm:spPr/>
    </dgm:pt>
    <dgm:pt modelId="{0F5E3D26-A485-42E0-B108-FC953ED4E70E}" type="pres">
      <dgm:prSet presAssocID="{DCE27467-DE98-4ED0-884C-F4A3D5EF2A31}" presName="compNode" presStyleCnt="0"/>
      <dgm:spPr/>
    </dgm:pt>
    <dgm:pt modelId="{20808D5C-C0DC-4607-B4FA-72F99874036E}" type="pres">
      <dgm:prSet presAssocID="{DCE27467-DE98-4ED0-884C-F4A3D5EF2A31}" presName="iconBgRect" presStyleLbl="bgShp" presStyleIdx="1" presStyleCnt="5"/>
      <dgm:spPr/>
    </dgm:pt>
    <dgm:pt modelId="{08226102-0870-4299-AB86-B4C19BC437BF}" type="pres">
      <dgm:prSet presAssocID="{DCE27467-DE98-4ED0-884C-F4A3D5EF2A3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ED5AA1D-F3DB-4B07-8E5E-488389B84EFF}" type="pres">
      <dgm:prSet presAssocID="{DCE27467-DE98-4ED0-884C-F4A3D5EF2A31}" presName="spaceRect" presStyleCnt="0"/>
      <dgm:spPr/>
    </dgm:pt>
    <dgm:pt modelId="{24560D30-0750-4225-8025-C3FC4945A0F1}" type="pres">
      <dgm:prSet presAssocID="{DCE27467-DE98-4ED0-884C-F4A3D5EF2A31}" presName="textRect" presStyleLbl="revTx" presStyleIdx="1" presStyleCnt="5">
        <dgm:presLayoutVars>
          <dgm:chMax val="1"/>
          <dgm:chPref val="1"/>
        </dgm:presLayoutVars>
      </dgm:prSet>
      <dgm:spPr/>
    </dgm:pt>
    <dgm:pt modelId="{C31E25F7-DCFF-48BD-AF79-611D07425258}" type="pres">
      <dgm:prSet presAssocID="{6A6C4090-360A-4570-91B4-9D3287436875}" presName="sibTrans" presStyleLbl="sibTrans2D1" presStyleIdx="0" presStyleCnt="0"/>
      <dgm:spPr/>
    </dgm:pt>
    <dgm:pt modelId="{23D5B27A-9B8E-491D-93CC-703E36C194E6}" type="pres">
      <dgm:prSet presAssocID="{D4966E57-776A-4DAC-AFFA-52E2D923642D}" presName="compNode" presStyleCnt="0"/>
      <dgm:spPr/>
    </dgm:pt>
    <dgm:pt modelId="{3D75F614-6FDE-4689-8AC6-04D8FAA44606}" type="pres">
      <dgm:prSet presAssocID="{D4966E57-776A-4DAC-AFFA-52E2D923642D}" presName="iconBgRect" presStyleLbl="bgShp" presStyleIdx="2" presStyleCnt="5"/>
      <dgm:spPr/>
    </dgm:pt>
    <dgm:pt modelId="{C5E3E193-AA60-4042-8B48-EE81ED330F3C}" type="pres">
      <dgm:prSet presAssocID="{D4966E57-776A-4DAC-AFFA-52E2D923642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28BBA5B6-810A-46E5-BC55-5D027272764B}" type="pres">
      <dgm:prSet presAssocID="{D4966E57-776A-4DAC-AFFA-52E2D923642D}" presName="spaceRect" presStyleCnt="0"/>
      <dgm:spPr/>
    </dgm:pt>
    <dgm:pt modelId="{92CBED6D-8D43-4645-B77C-BE7A70EC9EB5}" type="pres">
      <dgm:prSet presAssocID="{D4966E57-776A-4DAC-AFFA-52E2D923642D}" presName="textRect" presStyleLbl="revTx" presStyleIdx="2" presStyleCnt="5">
        <dgm:presLayoutVars>
          <dgm:chMax val="1"/>
          <dgm:chPref val="1"/>
        </dgm:presLayoutVars>
      </dgm:prSet>
      <dgm:spPr/>
    </dgm:pt>
    <dgm:pt modelId="{8F41A05A-E00D-41D4-9D86-62A5D2DF9CF5}" type="pres">
      <dgm:prSet presAssocID="{6E6B8CAC-27D5-4BC2-BD6E-8D30DC326FC3}" presName="sibTrans" presStyleLbl="sibTrans2D1" presStyleIdx="0" presStyleCnt="0"/>
      <dgm:spPr/>
    </dgm:pt>
    <dgm:pt modelId="{8D9F0572-F174-4821-A221-CA536A430012}" type="pres">
      <dgm:prSet presAssocID="{88743502-7802-4B9C-9033-D992F0A8C46E}" presName="compNode" presStyleCnt="0"/>
      <dgm:spPr/>
    </dgm:pt>
    <dgm:pt modelId="{B99D2A91-77F2-4D4C-8155-22547AD8A5F0}" type="pres">
      <dgm:prSet presAssocID="{88743502-7802-4B9C-9033-D992F0A8C46E}" presName="iconBgRect" presStyleLbl="bgShp" presStyleIdx="3" presStyleCnt="5"/>
      <dgm:spPr/>
    </dgm:pt>
    <dgm:pt modelId="{354EB59A-42CC-44F9-9234-49FAB4E989A4}" type="pres">
      <dgm:prSet presAssocID="{88743502-7802-4B9C-9033-D992F0A8C46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01F0CD0-8572-4D61-8DD7-4DDF0377B620}" type="pres">
      <dgm:prSet presAssocID="{88743502-7802-4B9C-9033-D992F0A8C46E}" presName="spaceRect" presStyleCnt="0"/>
      <dgm:spPr/>
    </dgm:pt>
    <dgm:pt modelId="{8F45C7B6-2370-44AD-901F-81EA8AF73853}" type="pres">
      <dgm:prSet presAssocID="{88743502-7802-4B9C-9033-D992F0A8C46E}" presName="textRect" presStyleLbl="revTx" presStyleIdx="3" presStyleCnt="5">
        <dgm:presLayoutVars>
          <dgm:chMax val="1"/>
          <dgm:chPref val="1"/>
        </dgm:presLayoutVars>
      </dgm:prSet>
      <dgm:spPr/>
    </dgm:pt>
    <dgm:pt modelId="{736E3433-CAB5-49EA-8B06-2DF5A0A277EF}" type="pres">
      <dgm:prSet presAssocID="{1EB3F6D7-FC94-40B7-82D8-B08A797BE34C}" presName="sibTrans" presStyleLbl="sibTrans2D1" presStyleIdx="0" presStyleCnt="0"/>
      <dgm:spPr/>
    </dgm:pt>
    <dgm:pt modelId="{74F9B148-D4C7-4347-AD05-9E48955A518E}" type="pres">
      <dgm:prSet presAssocID="{D53D8487-818B-4FA4-B02C-C36E24675587}" presName="compNode" presStyleCnt="0"/>
      <dgm:spPr/>
    </dgm:pt>
    <dgm:pt modelId="{F548FDA5-A199-40D9-A139-F90327252425}" type="pres">
      <dgm:prSet presAssocID="{D53D8487-818B-4FA4-B02C-C36E24675587}" presName="iconBgRect" presStyleLbl="bgShp" presStyleIdx="4" presStyleCnt="5"/>
      <dgm:spPr/>
    </dgm:pt>
    <dgm:pt modelId="{6E9BCAB8-5B3F-4BF9-B0DE-5BBC258E9AC6}" type="pres">
      <dgm:prSet presAssocID="{D53D8487-818B-4FA4-B02C-C36E2467558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s"/>
        </a:ext>
      </dgm:extLst>
    </dgm:pt>
    <dgm:pt modelId="{15C56DF4-E29B-4778-BAA5-E5E55174E1DB}" type="pres">
      <dgm:prSet presAssocID="{D53D8487-818B-4FA4-B02C-C36E24675587}" presName="spaceRect" presStyleCnt="0"/>
      <dgm:spPr/>
    </dgm:pt>
    <dgm:pt modelId="{2C35FB65-1BE9-4629-8CED-C0EAA5C39D3D}" type="pres">
      <dgm:prSet presAssocID="{D53D8487-818B-4FA4-B02C-C36E2467558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5816504-CA79-48B8-A829-6595A2D9D0F6}" type="presOf" srcId="{D4966E57-776A-4DAC-AFFA-52E2D923642D}" destId="{92CBED6D-8D43-4645-B77C-BE7A70EC9EB5}" srcOrd="0" destOrd="0" presId="urn:microsoft.com/office/officeart/2018/2/layout/IconCircleList"/>
    <dgm:cxn modelId="{14114606-7C7C-4CAA-8CCA-70B141DF6F62}" type="presOf" srcId="{D2CE5D5C-FE32-4138-A918-B852C76A3BA7}" destId="{30525E55-7016-4C60-8502-1186957BB970}" srcOrd="0" destOrd="0" presId="urn:microsoft.com/office/officeart/2018/2/layout/IconCircleList"/>
    <dgm:cxn modelId="{AAAA5A19-B7CC-45BC-B2A7-24BD5462D5E8}" type="presOf" srcId="{D53D8487-818B-4FA4-B02C-C36E24675587}" destId="{2C35FB65-1BE9-4629-8CED-C0EAA5C39D3D}" srcOrd="0" destOrd="0" presId="urn:microsoft.com/office/officeart/2018/2/layout/IconCircleList"/>
    <dgm:cxn modelId="{18B98819-5869-41FA-98D0-2F4499322511}" type="presOf" srcId="{1EB3F6D7-FC94-40B7-82D8-B08A797BE34C}" destId="{736E3433-CAB5-49EA-8B06-2DF5A0A277EF}" srcOrd="0" destOrd="0" presId="urn:microsoft.com/office/officeart/2018/2/layout/IconCircleList"/>
    <dgm:cxn modelId="{24A8B120-434F-4D66-A728-B2F194EE88DA}" type="presOf" srcId="{93D6A368-3D37-4DA1-9C4D-C520AF4D67EB}" destId="{3787BB14-7725-4B40-8DD2-F5B4CC80A1DB}" srcOrd="0" destOrd="0" presId="urn:microsoft.com/office/officeart/2018/2/layout/IconCircleList"/>
    <dgm:cxn modelId="{D671F228-4DA7-441F-AF89-023A3E4956EE}" type="presOf" srcId="{DCE27467-DE98-4ED0-884C-F4A3D5EF2A31}" destId="{24560D30-0750-4225-8025-C3FC4945A0F1}" srcOrd="0" destOrd="0" presId="urn:microsoft.com/office/officeart/2018/2/layout/IconCircleList"/>
    <dgm:cxn modelId="{329C5029-EBEF-4CEC-91E5-10D567F4966E}" srcId="{B085917A-9E19-499E-977C-15EB9B207B41}" destId="{88743502-7802-4B9C-9033-D992F0A8C46E}" srcOrd="3" destOrd="0" parTransId="{CF6CBA65-4F4E-4A6C-A6FA-A4E9E70366A3}" sibTransId="{1EB3F6D7-FC94-40B7-82D8-B08A797BE34C}"/>
    <dgm:cxn modelId="{E439533A-A42F-4963-ADC3-BD164B3D0E37}" type="presOf" srcId="{6A6C4090-360A-4570-91B4-9D3287436875}" destId="{C31E25F7-DCFF-48BD-AF79-611D07425258}" srcOrd="0" destOrd="0" presId="urn:microsoft.com/office/officeart/2018/2/layout/IconCircleList"/>
    <dgm:cxn modelId="{4F57C946-084D-48F6-A7BA-82C967FF280F}" srcId="{B085917A-9E19-499E-977C-15EB9B207B41}" destId="{D2CE5D5C-FE32-4138-A918-B852C76A3BA7}" srcOrd="0" destOrd="0" parTransId="{CFAF5D77-67A6-4394-9185-3995528FDB9C}" sibTransId="{93D6A368-3D37-4DA1-9C4D-C520AF4D67EB}"/>
    <dgm:cxn modelId="{0F61DD84-66D2-4B28-8E5F-317BBE265C3A}" type="presOf" srcId="{B085917A-9E19-499E-977C-15EB9B207B41}" destId="{759D1A47-8D49-455F-A638-80D99DDD56B8}" srcOrd="0" destOrd="0" presId="urn:microsoft.com/office/officeart/2018/2/layout/IconCircleList"/>
    <dgm:cxn modelId="{BD6E44B2-B64C-420A-8201-4F2EECA39E72}" srcId="{B085917A-9E19-499E-977C-15EB9B207B41}" destId="{D4966E57-776A-4DAC-AFFA-52E2D923642D}" srcOrd="2" destOrd="0" parTransId="{CD111BC7-6D20-4AAD-AD5B-2EA4F889AAF9}" sibTransId="{6E6B8CAC-27D5-4BC2-BD6E-8D30DC326FC3}"/>
    <dgm:cxn modelId="{E80FF8BE-7276-4294-9636-24C2D92FD2F1}" srcId="{B085917A-9E19-499E-977C-15EB9B207B41}" destId="{D53D8487-818B-4FA4-B02C-C36E24675587}" srcOrd="4" destOrd="0" parTransId="{1FEAFE2A-A651-4C2E-9D1D-E214475541A8}" sibTransId="{7AEF9465-6AC5-4E33-86D8-C2DED003D890}"/>
    <dgm:cxn modelId="{7F4FB9D1-9A42-48C0-BED8-C18BEA593817}" srcId="{B085917A-9E19-499E-977C-15EB9B207B41}" destId="{DCE27467-DE98-4ED0-884C-F4A3D5EF2A31}" srcOrd="1" destOrd="0" parTransId="{04DB8568-BE6F-495C-BCEB-A95B06A46C5F}" sibTransId="{6A6C4090-360A-4570-91B4-9D3287436875}"/>
    <dgm:cxn modelId="{65B775DC-8DD1-4EA4-A89B-D66E2E023E35}" type="presOf" srcId="{88743502-7802-4B9C-9033-D992F0A8C46E}" destId="{8F45C7B6-2370-44AD-901F-81EA8AF73853}" srcOrd="0" destOrd="0" presId="urn:microsoft.com/office/officeart/2018/2/layout/IconCircleList"/>
    <dgm:cxn modelId="{B491F7F0-5D7C-43B0-8F17-0DBF2543D5F1}" type="presOf" srcId="{6E6B8CAC-27D5-4BC2-BD6E-8D30DC326FC3}" destId="{8F41A05A-E00D-41D4-9D86-62A5D2DF9CF5}" srcOrd="0" destOrd="0" presId="urn:microsoft.com/office/officeart/2018/2/layout/IconCircleList"/>
    <dgm:cxn modelId="{2967DA13-A97B-4EBE-BCD5-9DEE66059D1A}" type="presParOf" srcId="{759D1A47-8D49-455F-A638-80D99DDD56B8}" destId="{38481316-4736-4633-B069-5AE23EF8B406}" srcOrd="0" destOrd="0" presId="urn:microsoft.com/office/officeart/2018/2/layout/IconCircleList"/>
    <dgm:cxn modelId="{4118A19E-C7A8-4747-A2DF-BE587E022A7B}" type="presParOf" srcId="{38481316-4736-4633-B069-5AE23EF8B406}" destId="{B14A0F50-BF4B-4E49-B6DB-628BF533F451}" srcOrd="0" destOrd="0" presId="urn:microsoft.com/office/officeart/2018/2/layout/IconCircleList"/>
    <dgm:cxn modelId="{BB576832-222B-4A30-9777-21C2E5098291}" type="presParOf" srcId="{B14A0F50-BF4B-4E49-B6DB-628BF533F451}" destId="{B16F3541-9E8E-494D-9144-438EEA11FD35}" srcOrd="0" destOrd="0" presId="urn:microsoft.com/office/officeart/2018/2/layout/IconCircleList"/>
    <dgm:cxn modelId="{122BEC24-F9ED-44B2-BEB5-9679504EEF84}" type="presParOf" srcId="{B14A0F50-BF4B-4E49-B6DB-628BF533F451}" destId="{98A5AB8A-A6E8-4B5D-96E2-E6D0FE793739}" srcOrd="1" destOrd="0" presId="urn:microsoft.com/office/officeart/2018/2/layout/IconCircleList"/>
    <dgm:cxn modelId="{99DEC9BA-36BF-48FC-A7F0-D89B567D6B40}" type="presParOf" srcId="{B14A0F50-BF4B-4E49-B6DB-628BF533F451}" destId="{61DE895E-EBDA-4224-9CC9-FA940D15AD4B}" srcOrd="2" destOrd="0" presId="urn:microsoft.com/office/officeart/2018/2/layout/IconCircleList"/>
    <dgm:cxn modelId="{282C97B2-39BB-497F-A35D-1AA05F144904}" type="presParOf" srcId="{B14A0F50-BF4B-4E49-B6DB-628BF533F451}" destId="{30525E55-7016-4C60-8502-1186957BB970}" srcOrd="3" destOrd="0" presId="urn:microsoft.com/office/officeart/2018/2/layout/IconCircleList"/>
    <dgm:cxn modelId="{5EAABAB0-20DA-454E-BD27-9F8901358E22}" type="presParOf" srcId="{38481316-4736-4633-B069-5AE23EF8B406}" destId="{3787BB14-7725-4B40-8DD2-F5B4CC80A1DB}" srcOrd="1" destOrd="0" presId="urn:microsoft.com/office/officeart/2018/2/layout/IconCircleList"/>
    <dgm:cxn modelId="{8FCA6F0C-D92F-430E-82F4-B137CD72E32C}" type="presParOf" srcId="{38481316-4736-4633-B069-5AE23EF8B406}" destId="{0F5E3D26-A485-42E0-B108-FC953ED4E70E}" srcOrd="2" destOrd="0" presId="urn:microsoft.com/office/officeart/2018/2/layout/IconCircleList"/>
    <dgm:cxn modelId="{518C1879-FF3A-464E-93BA-2A2A1AC17F43}" type="presParOf" srcId="{0F5E3D26-A485-42E0-B108-FC953ED4E70E}" destId="{20808D5C-C0DC-4607-B4FA-72F99874036E}" srcOrd="0" destOrd="0" presId="urn:microsoft.com/office/officeart/2018/2/layout/IconCircleList"/>
    <dgm:cxn modelId="{3298EE57-7F2B-4E4F-9BEC-F296A75E5F81}" type="presParOf" srcId="{0F5E3D26-A485-42E0-B108-FC953ED4E70E}" destId="{08226102-0870-4299-AB86-B4C19BC437BF}" srcOrd="1" destOrd="0" presId="urn:microsoft.com/office/officeart/2018/2/layout/IconCircleList"/>
    <dgm:cxn modelId="{D3447756-D46C-4EEC-AE93-DA82D94B87C9}" type="presParOf" srcId="{0F5E3D26-A485-42E0-B108-FC953ED4E70E}" destId="{2ED5AA1D-F3DB-4B07-8E5E-488389B84EFF}" srcOrd="2" destOrd="0" presId="urn:microsoft.com/office/officeart/2018/2/layout/IconCircleList"/>
    <dgm:cxn modelId="{E95A91C7-AD77-455C-AAB7-03C7729B089A}" type="presParOf" srcId="{0F5E3D26-A485-42E0-B108-FC953ED4E70E}" destId="{24560D30-0750-4225-8025-C3FC4945A0F1}" srcOrd="3" destOrd="0" presId="urn:microsoft.com/office/officeart/2018/2/layout/IconCircleList"/>
    <dgm:cxn modelId="{218FCFED-3060-4B53-9E6D-FB53406D5E7D}" type="presParOf" srcId="{38481316-4736-4633-B069-5AE23EF8B406}" destId="{C31E25F7-DCFF-48BD-AF79-611D07425258}" srcOrd="3" destOrd="0" presId="urn:microsoft.com/office/officeart/2018/2/layout/IconCircleList"/>
    <dgm:cxn modelId="{3993A2DC-52EF-4E39-A9A7-146B839E206F}" type="presParOf" srcId="{38481316-4736-4633-B069-5AE23EF8B406}" destId="{23D5B27A-9B8E-491D-93CC-703E36C194E6}" srcOrd="4" destOrd="0" presId="urn:microsoft.com/office/officeart/2018/2/layout/IconCircleList"/>
    <dgm:cxn modelId="{D98E326E-E690-4CFD-AA19-DD5139402972}" type="presParOf" srcId="{23D5B27A-9B8E-491D-93CC-703E36C194E6}" destId="{3D75F614-6FDE-4689-8AC6-04D8FAA44606}" srcOrd="0" destOrd="0" presId="urn:microsoft.com/office/officeart/2018/2/layout/IconCircleList"/>
    <dgm:cxn modelId="{5AA2F127-F993-4F0B-BF30-47A6F781FDFB}" type="presParOf" srcId="{23D5B27A-9B8E-491D-93CC-703E36C194E6}" destId="{C5E3E193-AA60-4042-8B48-EE81ED330F3C}" srcOrd="1" destOrd="0" presId="urn:microsoft.com/office/officeart/2018/2/layout/IconCircleList"/>
    <dgm:cxn modelId="{AC671B1C-4B72-490F-B476-E6573BA0A404}" type="presParOf" srcId="{23D5B27A-9B8E-491D-93CC-703E36C194E6}" destId="{28BBA5B6-810A-46E5-BC55-5D027272764B}" srcOrd="2" destOrd="0" presId="urn:microsoft.com/office/officeart/2018/2/layout/IconCircleList"/>
    <dgm:cxn modelId="{FB5D47D0-811B-4F64-A77E-DEC22DA60C25}" type="presParOf" srcId="{23D5B27A-9B8E-491D-93CC-703E36C194E6}" destId="{92CBED6D-8D43-4645-B77C-BE7A70EC9EB5}" srcOrd="3" destOrd="0" presId="urn:microsoft.com/office/officeart/2018/2/layout/IconCircleList"/>
    <dgm:cxn modelId="{982F07EB-C50E-4CF7-95AB-4DFCDF4F6709}" type="presParOf" srcId="{38481316-4736-4633-B069-5AE23EF8B406}" destId="{8F41A05A-E00D-41D4-9D86-62A5D2DF9CF5}" srcOrd="5" destOrd="0" presId="urn:microsoft.com/office/officeart/2018/2/layout/IconCircleList"/>
    <dgm:cxn modelId="{BC13671E-7C10-47F1-8729-B0039B591794}" type="presParOf" srcId="{38481316-4736-4633-B069-5AE23EF8B406}" destId="{8D9F0572-F174-4821-A221-CA536A430012}" srcOrd="6" destOrd="0" presId="urn:microsoft.com/office/officeart/2018/2/layout/IconCircleList"/>
    <dgm:cxn modelId="{ED0D9148-40D0-43EF-AB4E-E6FD84BFD2A2}" type="presParOf" srcId="{8D9F0572-F174-4821-A221-CA536A430012}" destId="{B99D2A91-77F2-4D4C-8155-22547AD8A5F0}" srcOrd="0" destOrd="0" presId="urn:microsoft.com/office/officeart/2018/2/layout/IconCircleList"/>
    <dgm:cxn modelId="{37F24C6D-6D2D-4FAC-A6BF-032B9AD1E491}" type="presParOf" srcId="{8D9F0572-F174-4821-A221-CA536A430012}" destId="{354EB59A-42CC-44F9-9234-49FAB4E989A4}" srcOrd="1" destOrd="0" presId="urn:microsoft.com/office/officeart/2018/2/layout/IconCircleList"/>
    <dgm:cxn modelId="{55EB81B6-B6A4-4260-A42D-4E9721EC344E}" type="presParOf" srcId="{8D9F0572-F174-4821-A221-CA536A430012}" destId="{401F0CD0-8572-4D61-8DD7-4DDF0377B620}" srcOrd="2" destOrd="0" presId="urn:microsoft.com/office/officeart/2018/2/layout/IconCircleList"/>
    <dgm:cxn modelId="{C53038E0-B83F-4D03-AC63-7D87811D31FB}" type="presParOf" srcId="{8D9F0572-F174-4821-A221-CA536A430012}" destId="{8F45C7B6-2370-44AD-901F-81EA8AF73853}" srcOrd="3" destOrd="0" presId="urn:microsoft.com/office/officeart/2018/2/layout/IconCircleList"/>
    <dgm:cxn modelId="{E107A1EC-99FB-4C5C-B2B2-CB7C5E44871E}" type="presParOf" srcId="{38481316-4736-4633-B069-5AE23EF8B406}" destId="{736E3433-CAB5-49EA-8B06-2DF5A0A277EF}" srcOrd="7" destOrd="0" presId="urn:microsoft.com/office/officeart/2018/2/layout/IconCircleList"/>
    <dgm:cxn modelId="{747A3D98-1BD9-42D3-B585-8FFD96C89143}" type="presParOf" srcId="{38481316-4736-4633-B069-5AE23EF8B406}" destId="{74F9B148-D4C7-4347-AD05-9E48955A518E}" srcOrd="8" destOrd="0" presId="urn:microsoft.com/office/officeart/2018/2/layout/IconCircleList"/>
    <dgm:cxn modelId="{40B74D23-F15C-46A0-A191-700A62F9C946}" type="presParOf" srcId="{74F9B148-D4C7-4347-AD05-9E48955A518E}" destId="{F548FDA5-A199-40D9-A139-F90327252425}" srcOrd="0" destOrd="0" presId="urn:microsoft.com/office/officeart/2018/2/layout/IconCircleList"/>
    <dgm:cxn modelId="{9D2E9BFC-B488-4856-BEB9-1450FB5E5294}" type="presParOf" srcId="{74F9B148-D4C7-4347-AD05-9E48955A518E}" destId="{6E9BCAB8-5B3F-4BF9-B0DE-5BBC258E9AC6}" srcOrd="1" destOrd="0" presId="urn:microsoft.com/office/officeart/2018/2/layout/IconCircleList"/>
    <dgm:cxn modelId="{52F61332-C053-4F02-B137-370757680AA9}" type="presParOf" srcId="{74F9B148-D4C7-4347-AD05-9E48955A518E}" destId="{15C56DF4-E29B-4778-BAA5-E5E55174E1DB}" srcOrd="2" destOrd="0" presId="urn:microsoft.com/office/officeart/2018/2/layout/IconCircleList"/>
    <dgm:cxn modelId="{34F80EF2-C851-4FA5-9F75-A3926C1F1B2C}" type="presParOf" srcId="{74F9B148-D4C7-4347-AD05-9E48955A518E}" destId="{2C35FB65-1BE9-4629-8CED-C0EAA5C39D3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46289C-7E35-462A-AA40-F5A11D21D6A0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2448284-4C69-4E81-848A-2D66731EC5D6}">
      <dgm:prSet/>
      <dgm:spPr/>
      <dgm:t>
        <a:bodyPr/>
        <a:lstStyle/>
        <a:p>
          <a:r>
            <a:rPr lang="en-US"/>
            <a:t>Remembering &amp; Understanding: Identify plastic types (PET, HDPE) and degradation rates</a:t>
          </a:r>
        </a:p>
      </dgm:t>
    </dgm:pt>
    <dgm:pt modelId="{8278C6C4-DE6D-41A6-B24C-7A0B97C158BF}" type="parTrans" cxnId="{A1FF1FF4-4D8F-4358-B7EA-864D0D36B83B}">
      <dgm:prSet/>
      <dgm:spPr/>
      <dgm:t>
        <a:bodyPr/>
        <a:lstStyle/>
        <a:p>
          <a:endParaRPr lang="en-US"/>
        </a:p>
      </dgm:t>
    </dgm:pt>
    <dgm:pt modelId="{BDBB4677-7764-47DD-A2DE-07CD9C6C28AE}" type="sibTrans" cxnId="{A1FF1FF4-4D8F-4358-B7EA-864D0D36B83B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4EF2C43D-E96E-481D-96CD-AF8BCCC80140}">
      <dgm:prSet/>
      <dgm:spPr/>
      <dgm:t>
        <a:bodyPr/>
        <a:lstStyle/>
        <a:p>
          <a:r>
            <a:rPr lang="en-US"/>
            <a:t>Applying &amp; Analyzing: Map local pollution hotspots using environmental data</a:t>
          </a:r>
        </a:p>
      </dgm:t>
    </dgm:pt>
    <dgm:pt modelId="{1DF3E878-21B0-4659-9E82-1D09381A315C}" type="parTrans" cxnId="{7E0C84BA-2289-4BBC-99CC-928A3C7C9BB5}">
      <dgm:prSet/>
      <dgm:spPr/>
      <dgm:t>
        <a:bodyPr/>
        <a:lstStyle/>
        <a:p>
          <a:endParaRPr lang="en-US"/>
        </a:p>
      </dgm:t>
    </dgm:pt>
    <dgm:pt modelId="{19233928-9D0E-4605-8E4F-3196FB269E2A}" type="sibTrans" cxnId="{7E0C84BA-2289-4BBC-99CC-928A3C7C9BB5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7447781E-4A1C-4ACB-96C4-086E9280EB5F}">
      <dgm:prSet/>
      <dgm:spPr/>
      <dgm:t>
        <a:bodyPr/>
        <a:lstStyle/>
        <a:p>
          <a:r>
            <a:rPr lang="en-US"/>
            <a:t>Evaluating: Critically assess existing waste management policies</a:t>
          </a:r>
        </a:p>
      </dgm:t>
    </dgm:pt>
    <dgm:pt modelId="{43C8AFEB-42C8-4C41-A764-353316421D13}" type="parTrans" cxnId="{B8345AFF-8590-4EFF-A146-86CAC868F0E7}">
      <dgm:prSet/>
      <dgm:spPr/>
      <dgm:t>
        <a:bodyPr/>
        <a:lstStyle/>
        <a:p>
          <a:endParaRPr lang="en-US"/>
        </a:p>
      </dgm:t>
    </dgm:pt>
    <dgm:pt modelId="{A2A37C00-A221-40A6-B7AD-901C06F0DD40}" type="sibTrans" cxnId="{B8345AFF-8590-4EFF-A146-86CAC868F0E7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C4C96215-7541-4A0E-AAFB-7A7A40E62DE1}">
      <dgm:prSet/>
      <dgm:spPr/>
      <dgm:t>
        <a:bodyPr/>
        <a:lstStyle/>
        <a:p>
          <a:r>
            <a:rPr lang="en-US"/>
            <a:t>Creating: Develop innovative solutions using Design Thinking</a:t>
          </a:r>
        </a:p>
      </dgm:t>
    </dgm:pt>
    <dgm:pt modelId="{80BEB826-F4C5-4C0C-A594-D93A64CA1EFF}" type="parTrans" cxnId="{CC62D1C6-C5B7-4DD9-A581-2FE344C9874B}">
      <dgm:prSet/>
      <dgm:spPr/>
      <dgm:t>
        <a:bodyPr/>
        <a:lstStyle/>
        <a:p>
          <a:endParaRPr lang="en-US"/>
        </a:p>
      </dgm:t>
    </dgm:pt>
    <dgm:pt modelId="{BA49B299-016F-435B-93BD-0C34558CDBE2}" type="sibTrans" cxnId="{CC62D1C6-C5B7-4DD9-A581-2FE344C9874B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7F543176-504A-4BA5-9E9A-BD7419481AAE}" type="pres">
      <dgm:prSet presAssocID="{A446289C-7E35-462A-AA40-F5A11D21D6A0}" presName="Name0" presStyleCnt="0">
        <dgm:presLayoutVars>
          <dgm:animLvl val="lvl"/>
          <dgm:resizeHandles val="exact"/>
        </dgm:presLayoutVars>
      </dgm:prSet>
      <dgm:spPr/>
    </dgm:pt>
    <dgm:pt modelId="{D1F71C6B-C9BD-46BF-9979-6A3C499E4370}" type="pres">
      <dgm:prSet presAssocID="{62448284-4C69-4E81-848A-2D66731EC5D6}" presName="compositeNode" presStyleCnt="0">
        <dgm:presLayoutVars>
          <dgm:bulletEnabled val="1"/>
        </dgm:presLayoutVars>
      </dgm:prSet>
      <dgm:spPr/>
    </dgm:pt>
    <dgm:pt modelId="{8DFE27B8-0ACE-461C-B825-0A4C438D0B78}" type="pres">
      <dgm:prSet presAssocID="{62448284-4C69-4E81-848A-2D66731EC5D6}" presName="bgRect" presStyleLbl="alignNode1" presStyleIdx="0" presStyleCnt="4"/>
      <dgm:spPr/>
    </dgm:pt>
    <dgm:pt modelId="{2ECE1D3F-B38D-46E9-A3EF-DBCD4D790CBD}" type="pres">
      <dgm:prSet presAssocID="{BDBB4677-7764-47DD-A2DE-07CD9C6C28AE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DA7ACF66-0E0E-41D2-810B-54A00263EF84}" type="pres">
      <dgm:prSet presAssocID="{62448284-4C69-4E81-848A-2D66731EC5D6}" presName="nodeRect" presStyleLbl="alignNode1" presStyleIdx="0" presStyleCnt="4">
        <dgm:presLayoutVars>
          <dgm:bulletEnabled val="1"/>
        </dgm:presLayoutVars>
      </dgm:prSet>
      <dgm:spPr/>
    </dgm:pt>
    <dgm:pt modelId="{5B615BF8-2310-4100-9F5F-DB1F21708152}" type="pres">
      <dgm:prSet presAssocID="{BDBB4677-7764-47DD-A2DE-07CD9C6C28AE}" presName="sibTrans" presStyleCnt="0"/>
      <dgm:spPr/>
    </dgm:pt>
    <dgm:pt modelId="{77AB54BF-E52A-4251-A245-9CA93EB12FF9}" type="pres">
      <dgm:prSet presAssocID="{4EF2C43D-E96E-481D-96CD-AF8BCCC80140}" presName="compositeNode" presStyleCnt="0">
        <dgm:presLayoutVars>
          <dgm:bulletEnabled val="1"/>
        </dgm:presLayoutVars>
      </dgm:prSet>
      <dgm:spPr/>
    </dgm:pt>
    <dgm:pt modelId="{C8B85CDC-8F99-4351-987C-E90161421B8E}" type="pres">
      <dgm:prSet presAssocID="{4EF2C43D-E96E-481D-96CD-AF8BCCC80140}" presName="bgRect" presStyleLbl="alignNode1" presStyleIdx="1" presStyleCnt="4"/>
      <dgm:spPr/>
    </dgm:pt>
    <dgm:pt modelId="{6D30740C-D4DC-441F-BAC0-00E178FE01BC}" type="pres">
      <dgm:prSet presAssocID="{19233928-9D0E-4605-8E4F-3196FB269E2A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EE447519-9394-4E45-977E-55547B06C58C}" type="pres">
      <dgm:prSet presAssocID="{4EF2C43D-E96E-481D-96CD-AF8BCCC80140}" presName="nodeRect" presStyleLbl="alignNode1" presStyleIdx="1" presStyleCnt="4">
        <dgm:presLayoutVars>
          <dgm:bulletEnabled val="1"/>
        </dgm:presLayoutVars>
      </dgm:prSet>
      <dgm:spPr/>
    </dgm:pt>
    <dgm:pt modelId="{45D237A7-9568-493C-B832-8B7F162BD5FF}" type="pres">
      <dgm:prSet presAssocID="{19233928-9D0E-4605-8E4F-3196FB269E2A}" presName="sibTrans" presStyleCnt="0"/>
      <dgm:spPr/>
    </dgm:pt>
    <dgm:pt modelId="{85B93BCA-10DF-4709-8854-C86C2CCEBB2A}" type="pres">
      <dgm:prSet presAssocID="{7447781E-4A1C-4ACB-96C4-086E9280EB5F}" presName="compositeNode" presStyleCnt="0">
        <dgm:presLayoutVars>
          <dgm:bulletEnabled val="1"/>
        </dgm:presLayoutVars>
      </dgm:prSet>
      <dgm:spPr/>
    </dgm:pt>
    <dgm:pt modelId="{E9F5E05A-9244-4C61-872C-48A7073E2945}" type="pres">
      <dgm:prSet presAssocID="{7447781E-4A1C-4ACB-96C4-086E9280EB5F}" presName="bgRect" presStyleLbl="alignNode1" presStyleIdx="2" presStyleCnt="4"/>
      <dgm:spPr/>
    </dgm:pt>
    <dgm:pt modelId="{DA3FBC81-A7AF-4FBE-A502-1F155AA4E3ED}" type="pres">
      <dgm:prSet presAssocID="{A2A37C00-A221-40A6-B7AD-901C06F0DD40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85AD4193-CF0B-4D6D-A3C7-B307DE70A721}" type="pres">
      <dgm:prSet presAssocID="{7447781E-4A1C-4ACB-96C4-086E9280EB5F}" presName="nodeRect" presStyleLbl="alignNode1" presStyleIdx="2" presStyleCnt="4">
        <dgm:presLayoutVars>
          <dgm:bulletEnabled val="1"/>
        </dgm:presLayoutVars>
      </dgm:prSet>
      <dgm:spPr/>
    </dgm:pt>
    <dgm:pt modelId="{AFA5C444-674C-47FF-948A-F82C74E45321}" type="pres">
      <dgm:prSet presAssocID="{A2A37C00-A221-40A6-B7AD-901C06F0DD40}" presName="sibTrans" presStyleCnt="0"/>
      <dgm:spPr/>
    </dgm:pt>
    <dgm:pt modelId="{6D383407-CDD1-4B71-B46C-E35DBF8274C7}" type="pres">
      <dgm:prSet presAssocID="{C4C96215-7541-4A0E-AAFB-7A7A40E62DE1}" presName="compositeNode" presStyleCnt="0">
        <dgm:presLayoutVars>
          <dgm:bulletEnabled val="1"/>
        </dgm:presLayoutVars>
      </dgm:prSet>
      <dgm:spPr/>
    </dgm:pt>
    <dgm:pt modelId="{ED6421DF-6A49-43AB-9906-2980EA7354B4}" type="pres">
      <dgm:prSet presAssocID="{C4C96215-7541-4A0E-AAFB-7A7A40E62DE1}" presName="bgRect" presStyleLbl="alignNode1" presStyleIdx="3" presStyleCnt="4"/>
      <dgm:spPr/>
    </dgm:pt>
    <dgm:pt modelId="{AE607174-399A-4C65-817B-21340F80D456}" type="pres">
      <dgm:prSet presAssocID="{BA49B299-016F-435B-93BD-0C34558CDBE2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6F34622A-2703-4454-A4B4-A004C038B0BE}" type="pres">
      <dgm:prSet presAssocID="{C4C96215-7541-4A0E-AAFB-7A7A40E62DE1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F989300B-266F-427A-A77C-FA05A9BB1198}" type="presOf" srcId="{C4C96215-7541-4A0E-AAFB-7A7A40E62DE1}" destId="{6F34622A-2703-4454-A4B4-A004C038B0BE}" srcOrd="1" destOrd="0" presId="urn:microsoft.com/office/officeart/2016/7/layout/LinearBlockProcessNumbered"/>
    <dgm:cxn modelId="{DC27B621-67B1-4D44-90A3-2DD7B48F00D1}" type="presOf" srcId="{BA49B299-016F-435B-93BD-0C34558CDBE2}" destId="{AE607174-399A-4C65-817B-21340F80D456}" srcOrd="0" destOrd="0" presId="urn:microsoft.com/office/officeart/2016/7/layout/LinearBlockProcessNumbered"/>
    <dgm:cxn modelId="{D41F622E-5BA9-4990-8753-0C83E5407976}" type="presOf" srcId="{62448284-4C69-4E81-848A-2D66731EC5D6}" destId="{DA7ACF66-0E0E-41D2-810B-54A00263EF84}" srcOrd="1" destOrd="0" presId="urn:microsoft.com/office/officeart/2016/7/layout/LinearBlockProcessNumbered"/>
    <dgm:cxn modelId="{38EE6F65-91C1-4D31-B027-0E38CCED24FC}" type="presOf" srcId="{4EF2C43D-E96E-481D-96CD-AF8BCCC80140}" destId="{EE447519-9394-4E45-977E-55547B06C58C}" srcOrd="1" destOrd="0" presId="urn:microsoft.com/office/officeart/2016/7/layout/LinearBlockProcessNumbered"/>
    <dgm:cxn modelId="{53F0D468-6781-49F1-A27D-04161894EE9C}" type="presOf" srcId="{C4C96215-7541-4A0E-AAFB-7A7A40E62DE1}" destId="{ED6421DF-6A49-43AB-9906-2980EA7354B4}" srcOrd="0" destOrd="0" presId="urn:microsoft.com/office/officeart/2016/7/layout/LinearBlockProcessNumbered"/>
    <dgm:cxn modelId="{EA2A8349-B231-4229-8503-0A444814BDA0}" type="presOf" srcId="{62448284-4C69-4E81-848A-2D66731EC5D6}" destId="{8DFE27B8-0ACE-461C-B825-0A4C438D0B78}" srcOrd="0" destOrd="0" presId="urn:microsoft.com/office/officeart/2016/7/layout/LinearBlockProcessNumbered"/>
    <dgm:cxn modelId="{BD7CFB49-AA90-446C-B1B9-844834A5917C}" type="presOf" srcId="{4EF2C43D-E96E-481D-96CD-AF8BCCC80140}" destId="{C8B85CDC-8F99-4351-987C-E90161421B8E}" srcOrd="0" destOrd="0" presId="urn:microsoft.com/office/officeart/2016/7/layout/LinearBlockProcessNumbered"/>
    <dgm:cxn modelId="{2207A6A4-5E2B-46AE-B7E0-6BAF429F2B8D}" type="presOf" srcId="{A446289C-7E35-462A-AA40-F5A11D21D6A0}" destId="{7F543176-504A-4BA5-9E9A-BD7419481AAE}" srcOrd="0" destOrd="0" presId="urn:microsoft.com/office/officeart/2016/7/layout/LinearBlockProcessNumbered"/>
    <dgm:cxn modelId="{EAEA5BB2-D7CE-4186-A399-6EBF92D85D2C}" type="presOf" srcId="{19233928-9D0E-4605-8E4F-3196FB269E2A}" destId="{6D30740C-D4DC-441F-BAC0-00E178FE01BC}" srcOrd="0" destOrd="0" presId="urn:microsoft.com/office/officeart/2016/7/layout/LinearBlockProcessNumbered"/>
    <dgm:cxn modelId="{7E0C84BA-2289-4BBC-99CC-928A3C7C9BB5}" srcId="{A446289C-7E35-462A-AA40-F5A11D21D6A0}" destId="{4EF2C43D-E96E-481D-96CD-AF8BCCC80140}" srcOrd="1" destOrd="0" parTransId="{1DF3E878-21B0-4659-9E82-1D09381A315C}" sibTransId="{19233928-9D0E-4605-8E4F-3196FB269E2A}"/>
    <dgm:cxn modelId="{19857DBD-9B76-4219-8A8F-91BD7AA7BD49}" type="presOf" srcId="{7447781E-4A1C-4ACB-96C4-086E9280EB5F}" destId="{85AD4193-CF0B-4D6D-A3C7-B307DE70A721}" srcOrd="1" destOrd="0" presId="urn:microsoft.com/office/officeart/2016/7/layout/LinearBlockProcessNumbered"/>
    <dgm:cxn modelId="{CC62D1C6-C5B7-4DD9-A581-2FE344C9874B}" srcId="{A446289C-7E35-462A-AA40-F5A11D21D6A0}" destId="{C4C96215-7541-4A0E-AAFB-7A7A40E62DE1}" srcOrd="3" destOrd="0" parTransId="{80BEB826-F4C5-4C0C-A594-D93A64CA1EFF}" sibTransId="{BA49B299-016F-435B-93BD-0C34558CDBE2}"/>
    <dgm:cxn modelId="{CBD321D5-64F1-4323-97A6-9849ACE7857E}" type="presOf" srcId="{BDBB4677-7764-47DD-A2DE-07CD9C6C28AE}" destId="{2ECE1D3F-B38D-46E9-A3EF-DBCD4D790CBD}" srcOrd="0" destOrd="0" presId="urn:microsoft.com/office/officeart/2016/7/layout/LinearBlockProcessNumbered"/>
    <dgm:cxn modelId="{A1FF1FF4-4D8F-4358-B7EA-864D0D36B83B}" srcId="{A446289C-7E35-462A-AA40-F5A11D21D6A0}" destId="{62448284-4C69-4E81-848A-2D66731EC5D6}" srcOrd="0" destOrd="0" parTransId="{8278C6C4-DE6D-41A6-B24C-7A0B97C158BF}" sibTransId="{BDBB4677-7764-47DD-A2DE-07CD9C6C28AE}"/>
    <dgm:cxn modelId="{955A42F6-FB1B-4F67-879F-3FCDA1AC9DC5}" type="presOf" srcId="{A2A37C00-A221-40A6-B7AD-901C06F0DD40}" destId="{DA3FBC81-A7AF-4FBE-A502-1F155AA4E3ED}" srcOrd="0" destOrd="0" presId="urn:microsoft.com/office/officeart/2016/7/layout/LinearBlockProcessNumbered"/>
    <dgm:cxn modelId="{B6CE49F8-0B51-4931-A974-ACE43D91F83A}" type="presOf" srcId="{7447781E-4A1C-4ACB-96C4-086E9280EB5F}" destId="{E9F5E05A-9244-4C61-872C-48A7073E2945}" srcOrd="0" destOrd="0" presId="urn:microsoft.com/office/officeart/2016/7/layout/LinearBlockProcessNumbered"/>
    <dgm:cxn modelId="{B8345AFF-8590-4EFF-A146-86CAC868F0E7}" srcId="{A446289C-7E35-462A-AA40-F5A11D21D6A0}" destId="{7447781E-4A1C-4ACB-96C4-086E9280EB5F}" srcOrd="2" destOrd="0" parTransId="{43C8AFEB-42C8-4C41-A764-353316421D13}" sibTransId="{A2A37C00-A221-40A6-B7AD-901C06F0DD40}"/>
    <dgm:cxn modelId="{F501C3BD-AFF2-4383-A19B-25A3E6640FD8}" type="presParOf" srcId="{7F543176-504A-4BA5-9E9A-BD7419481AAE}" destId="{D1F71C6B-C9BD-46BF-9979-6A3C499E4370}" srcOrd="0" destOrd="0" presId="urn:microsoft.com/office/officeart/2016/7/layout/LinearBlockProcessNumbered"/>
    <dgm:cxn modelId="{2B58E9C2-8EBD-47BB-9B1C-B98FB7A28892}" type="presParOf" srcId="{D1F71C6B-C9BD-46BF-9979-6A3C499E4370}" destId="{8DFE27B8-0ACE-461C-B825-0A4C438D0B78}" srcOrd="0" destOrd="0" presId="urn:microsoft.com/office/officeart/2016/7/layout/LinearBlockProcessNumbered"/>
    <dgm:cxn modelId="{407EC088-100E-42B5-B6B8-7A7211234410}" type="presParOf" srcId="{D1F71C6B-C9BD-46BF-9979-6A3C499E4370}" destId="{2ECE1D3F-B38D-46E9-A3EF-DBCD4D790CBD}" srcOrd="1" destOrd="0" presId="urn:microsoft.com/office/officeart/2016/7/layout/LinearBlockProcessNumbered"/>
    <dgm:cxn modelId="{56FC09AF-257D-4BDB-8E0F-A219E3BE73A0}" type="presParOf" srcId="{D1F71C6B-C9BD-46BF-9979-6A3C499E4370}" destId="{DA7ACF66-0E0E-41D2-810B-54A00263EF84}" srcOrd="2" destOrd="0" presId="urn:microsoft.com/office/officeart/2016/7/layout/LinearBlockProcessNumbered"/>
    <dgm:cxn modelId="{F0AE2A84-3091-4577-A454-0B164142D4A1}" type="presParOf" srcId="{7F543176-504A-4BA5-9E9A-BD7419481AAE}" destId="{5B615BF8-2310-4100-9F5F-DB1F21708152}" srcOrd="1" destOrd="0" presId="urn:microsoft.com/office/officeart/2016/7/layout/LinearBlockProcessNumbered"/>
    <dgm:cxn modelId="{502B8FA6-DF2D-44A6-901C-604B7589598C}" type="presParOf" srcId="{7F543176-504A-4BA5-9E9A-BD7419481AAE}" destId="{77AB54BF-E52A-4251-A245-9CA93EB12FF9}" srcOrd="2" destOrd="0" presId="urn:microsoft.com/office/officeart/2016/7/layout/LinearBlockProcessNumbered"/>
    <dgm:cxn modelId="{841CA147-BF60-4DE9-8198-E96A8C791558}" type="presParOf" srcId="{77AB54BF-E52A-4251-A245-9CA93EB12FF9}" destId="{C8B85CDC-8F99-4351-987C-E90161421B8E}" srcOrd="0" destOrd="0" presId="urn:microsoft.com/office/officeart/2016/7/layout/LinearBlockProcessNumbered"/>
    <dgm:cxn modelId="{B3184567-E7B6-4CBF-A97B-B265CB527A41}" type="presParOf" srcId="{77AB54BF-E52A-4251-A245-9CA93EB12FF9}" destId="{6D30740C-D4DC-441F-BAC0-00E178FE01BC}" srcOrd="1" destOrd="0" presId="urn:microsoft.com/office/officeart/2016/7/layout/LinearBlockProcessNumbered"/>
    <dgm:cxn modelId="{2D078015-86A6-4D94-975D-00F10D77357D}" type="presParOf" srcId="{77AB54BF-E52A-4251-A245-9CA93EB12FF9}" destId="{EE447519-9394-4E45-977E-55547B06C58C}" srcOrd="2" destOrd="0" presId="urn:microsoft.com/office/officeart/2016/7/layout/LinearBlockProcessNumbered"/>
    <dgm:cxn modelId="{C80AB773-81DD-48A3-A425-1F947FBBE370}" type="presParOf" srcId="{7F543176-504A-4BA5-9E9A-BD7419481AAE}" destId="{45D237A7-9568-493C-B832-8B7F162BD5FF}" srcOrd="3" destOrd="0" presId="urn:microsoft.com/office/officeart/2016/7/layout/LinearBlockProcessNumbered"/>
    <dgm:cxn modelId="{C5A017F8-66E7-4A6A-9039-E698E8CBB6B5}" type="presParOf" srcId="{7F543176-504A-4BA5-9E9A-BD7419481AAE}" destId="{85B93BCA-10DF-4709-8854-C86C2CCEBB2A}" srcOrd="4" destOrd="0" presId="urn:microsoft.com/office/officeart/2016/7/layout/LinearBlockProcessNumbered"/>
    <dgm:cxn modelId="{B9993922-4659-4D81-B45E-0F853871062B}" type="presParOf" srcId="{85B93BCA-10DF-4709-8854-C86C2CCEBB2A}" destId="{E9F5E05A-9244-4C61-872C-48A7073E2945}" srcOrd="0" destOrd="0" presId="urn:microsoft.com/office/officeart/2016/7/layout/LinearBlockProcessNumbered"/>
    <dgm:cxn modelId="{BD9C581D-7F1D-4B98-A578-22E60BBF0135}" type="presParOf" srcId="{85B93BCA-10DF-4709-8854-C86C2CCEBB2A}" destId="{DA3FBC81-A7AF-4FBE-A502-1F155AA4E3ED}" srcOrd="1" destOrd="0" presId="urn:microsoft.com/office/officeart/2016/7/layout/LinearBlockProcessNumbered"/>
    <dgm:cxn modelId="{6B294F51-77EE-455A-BD31-56BA28FF0644}" type="presParOf" srcId="{85B93BCA-10DF-4709-8854-C86C2CCEBB2A}" destId="{85AD4193-CF0B-4D6D-A3C7-B307DE70A721}" srcOrd="2" destOrd="0" presId="urn:microsoft.com/office/officeart/2016/7/layout/LinearBlockProcessNumbered"/>
    <dgm:cxn modelId="{8BC96D9C-DBBA-4103-844E-94EBA37C2DA5}" type="presParOf" srcId="{7F543176-504A-4BA5-9E9A-BD7419481AAE}" destId="{AFA5C444-674C-47FF-948A-F82C74E45321}" srcOrd="5" destOrd="0" presId="urn:microsoft.com/office/officeart/2016/7/layout/LinearBlockProcessNumbered"/>
    <dgm:cxn modelId="{7E348C2A-DC6A-44EC-87BA-6B3324E32E4D}" type="presParOf" srcId="{7F543176-504A-4BA5-9E9A-BD7419481AAE}" destId="{6D383407-CDD1-4B71-B46C-E35DBF8274C7}" srcOrd="6" destOrd="0" presId="urn:microsoft.com/office/officeart/2016/7/layout/LinearBlockProcessNumbered"/>
    <dgm:cxn modelId="{D53FD0EA-FC2D-4CD2-A4C3-7CA51A8C1CB9}" type="presParOf" srcId="{6D383407-CDD1-4B71-B46C-E35DBF8274C7}" destId="{ED6421DF-6A49-43AB-9906-2980EA7354B4}" srcOrd="0" destOrd="0" presId="urn:microsoft.com/office/officeart/2016/7/layout/LinearBlockProcessNumbered"/>
    <dgm:cxn modelId="{AE5CCFAF-AB11-4090-BB52-EE7D26E95F40}" type="presParOf" srcId="{6D383407-CDD1-4B71-B46C-E35DBF8274C7}" destId="{AE607174-399A-4C65-817B-21340F80D456}" srcOrd="1" destOrd="0" presId="urn:microsoft.com/office/officeart/2016/7/layout/LinearBlockProcessNumbered"/>
    <dgm:cxn modelId="{FCFC909A-5F58-49C6-8EB4-988181BF3D6C}" type="presParOf" srcId="{6D383407-CDD1-4B71-B46C-E35DBF8274C7}" destId="{6F34622A-2703-4454-A4B4-A004C038B0B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62FBD-2CAC-4784-AE4F-6C4A79D265D5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B1A453-8DA8-49E7-AD82-F04983596594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A787D-D48D-4712-855D-E6164C542173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Teachers Point of View</a:t>
          </a:r>
          <a:endParaRPr lang="en-US" sz="1200" kern="1200"/>
        </a:p>
      </dsp:txBody>
      <dsp:txXfrm>
        <a:off x="333914" y="2456402"/>
        <a:ext cx="1800000" cy="720000"/>
      </dsp:txXfrm>
    </dsp:sp>
    <dsp:sp modelId="{CFEA644A-9674-4C20-BBE0-FC315D7B64FB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AF86D8-1F63-4404-913A-2FD45435DF03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71CE1-C5B1-48C9-805E-690C0D6B7677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How learners will understand the problem?</a:t>
          </a:r>
          <a:endParaRPr lang="en-US" sz="1200" kern="1200"/>
        </a:p>
      </dsp:txBody>
      <dsp:txXfrm>
        <a:off x="2448914" y="2456402"/>
        <a:ext cx="1800000" cy="720000"/>
      </dsp:txXfrm>
    </dsp:sp>
    <dsp:sp modelId="{298964D4-1705-4E68-BBED-9BD5BDDB1F17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D3597F-246B-4F59-8ABF-D85A790CABEB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3C87D-B5C9-446C-AE83-FE5C66D3E909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 dirty="0"/>
            <a:t>What will be the point of concern </a:t>
          </a:r>
          <a:r>
            <a:rPr lang="en-GB" sz="1200" kern="1200" dirty="0" err="1"/>
            <a:t>wHILE</a:t>
          </a:r>
          <a:r>
            <a:rPr lang="en-GB" sz="1200" kern="1200" dirty="0"/>
            <a:t> studying the research project?</a:t>
          </a:r>
          <a:endParaRPr lang="en-US" sz="1200" kern="1200" dirty="0"/>
        </a:p>
      </dsp:txBody>
      <dsp:txXfrm>
        <a:off x="4563914" y="2456402"/>
        <a:ext cx="1800000" cy="720000"/>
      </dsp:txXfrm>
    </dsp:sp>
    <dsp:sp modelId="{FF123B74-E8FC-4E52-A475-F95675BF3753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1CEEE-0CCF-4B04-9997-3294DDB6629D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69DD1-61AD-43C8-AD65-E5204883BA4F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How much time will be taken by students for solving or completing the problem?</a:t>
          </a:r>
          <a:endParaRPr lang="en-US" sz="1200" kern="1200"/>
        </a:p>
      </dsp:txBody>
      <dsp:txXfrm>
        <a:off x="6678914" y="2456402"/>
        <a:ext cx="1800000" cy="720000"/>
      </dsp:txXfrm>
    </dsp:sp>
    <dsp:sp modelId="{CA745B4A-19E7-41FC-9747-68AF3F2C6C68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661F1-65BD-4AF9-BE5A-DF5FE23FC3E8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8461C-775E-4795-8C76-AF11980F90E2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What resources should be provided for the project?</a:t>
          </a:r>
          <a:endParaRPr lang="en-US" sz="1200" kern="1200"/>
        </a:p>
      </dsp:txBody>
      <dsp:txXfrm>
        <a:off x="8793914" y="24564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86A15-F6D1-4BB1-B7EF-B9AD9F2F7753}">
      <dsp:nvSpPr>
        <dsp:cNvPr id="0" name=""/>
        <dsp:cNvSpPr/>
      </dsp:nvSpPr>
      <dsp:spPr>
        <a:xfrm>
          <a:off x="311379" y="1142964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4A523A-D51C-4255-8FDB-211DA6A252DB}">
      <dsp:nvSpPr>
        <dsp:cNvPr id="0" name=""/>
        <dsp:cNvSpPr/>
      </dsp:nvSpPr>
      <dsp:spPr>
        <a:xfrm>
          <a:off x="517957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D7887C-4800-40F5-9EAB-996DF63FF6E8}">
      <dsp:nvSpPr>
        <dsp:cNvPr id="0" name=""/>
        <dsp:cNvSpPr/>
      </dsp:nvSpPr>
      <dsp:spPr>
        <a:xfrm>
          <a:off x="1512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For Students</a:t>
          </a:r>
          <a:endParaRPr lang="en-US" sz="1100" kern="1200"/>
        </a:p>
      </dsp:txBody>
      <dsp:txXfrm>
        <a:off x="1512" y="2414215"/>
        <a:ext cx="1589062" cy="635625"/>
      </dsp:txXfrm>
    </dsp:sp>
    <dsp:sp modelId="{5D7CB3FC-D9D2-45D3-9341-87968C808F54}">
      <dsp:nvSpPr>
        <dsp:cNvPr id="0" name=""/>
        <dsp:cNvSpPr/>
      </dsp:nvSpPr>
      <dsp:spPr>
        <a:xfrm>
          <a:off x="2178527" y="1142964"/>
          <a:ext cx="969328" cy="96932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C8C7A-0CA3-4ECC-852B-71C7C7F5A332}">
      <dsp:nvSpPr>
        <dsp:cNvPr id="0" name=""/>
        <dsp:cNvSpPr/>
      </dsp:nvSpPr>
      <dsp:spPr>
        <a:xfrm>
          <a:off x="2385105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CE37D-8305-402F-9200-1A62247354D2}">
      <dsp:nvSpPr>
        <dsp:cNvPr id="0" name=""/>
        <dsp:cNvSpPr/>
      </dsp:nvSpPr>
      <dsp:spPr>
        <a:xfrm>
          <a:off x="1868660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What difficulties did you face while surveying the problem?</a:t>
          </a:r>
          <a:endParaRPr lang="en-US" sz="1100" kern="1200"/>
        </a:p>
      </dsp:txBody>
      <dsp:txXfrm>
        <a:off x="1868660" y="2414215"/>
        <a:ext cx="1589062" cy="635625"/>
      </dsp:txXfrm>
    </dsp:sp>
    <dsp:sp modelId="{4EFB87FC-27A8-4ACF-901B-36E2B54DDA30}">
      <dsp:nvSpPr>
        <dsp:cNvPr id="0" name=""/>
        <dsp:cNvSpPr/>
      </dsp:nvSpPr>
      <dsp:spPr>
        <a:xfrm>
          <a:off x="4045676" y="1142964"/>
          <a:ext cx="969328" cy="9693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6DF67F-1A13-4226-969A-199247553145}">
      <dsp:nvSpPr>
        <dsp:cNvPr id="0" name=""/>
        <dsp:cNvSpPr/>
      </dsp:nvSpPr>
      <dsp:spPr>
        <a:xfrm>
          <a:off x="4252254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AAC93-E7FF-4CFF-A258-3256353AD7B4}">
      <dsp:nvSpPr>
        <dsp:cNvPr id="0" name=""/>
        <dsp:cNvSpPr/>
      </dsp:nvSpPr>
      <dsp:spPr>
        <a:xfrm>
          <a:off x="3735809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How do we know if the topic is </a:t>
          </a:r>
          <a:r>
            <a:rPr lang="en-GB" sz="1100" b="1" kern="1200"/>
            <a:t>researchable and relevant</a:t>
          </a:r>
          <a:r>
            <a:rPr lang="en-GB" sz="1100" kern="1200"/>
            <a:t>?</a:t>
          </a:r>
          <a:endParaRPr lang="en-US" sz="1100" kern="1200"/>
        </a:p>
      </dsp:txBody>
      <dsp:txXfrm>
        <a:off x="3735809" y="2414215"/>
        <a:ext cx="1589062" cy="635625"/>
      </dsp:txXfrm>
    </dsp:sp>
    <dsp:sp modelId="{619DBE97-1BC6-40A9-89B6-78407F651B86}">
      <dsp:nvSpPr>
        <dsp:cNvPr id="0" name=""/>
        <dsp:cNvSpPr/>
      </dsp:nvSpPr>
      <dsp:spPr>
        <a:xfrm>
          <a:off x="5912824" y="1142964"/>
          <a:ext cx="969328" cy="96932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3D03A8-49E6-4469-BCA4-DAE37622FA01}">
      <dsp:nvSpPr>
        <dsp:cNvPr id="0" name=""/>
        <dsp:cNvSpPr/>
      </dsp:nvSpPr>
      <dsp:spPr>
        <a:xfrm>
          <a:off x="6119402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006B0C-04C1-47AD-BD2C-E5AA973C6C49}">
      <dsp:nvSpPr>
        <dsp:cNvPr id="0" name=""/>
        <dsp:cNvSpPr/>
      </dsp:nvSpPr>
      <dsp:spPr>
        <a:xfrm>
          <a:off x="5602957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Is selected topic related to our </a:t>
          </a:r>
          <a:r>
            <a:rPr lang="en-GB" sz="1100" b="1" kern="1200"/>
            <a:t>practical experiments or field work</a:t>
          </a:r>
          <a:r>
            <a:rPr lang="en-GB" sz="1100" kern="1200"/>
            <a:t>?</a:t>
          </a:r>
          <a:endParaRPr lang="en-US" sz="1100" kern="1200"/>
        </a:p>
      </dsp:txBody>
      <dsp:txXfrm>
        <a:off x="5602957" y="2414215"/>
        <a:ext cx="1589062" cy="635625"/>
      </dsp:txXfrm>
    </dsp:sp>
    <dsp:sp modelId="{D2261A9B-EF75-4082-A500-6447F9C86B5B}">
      <dsp:nvSpPr>
        <dsp:cNvPr id="0" name=""/>
        <dsp:cNvSpPr/>
      </dsp:nvSpPr>
      <dsp:spPr>
        <a:xfrm>
          <a:off x="7779973" y="1142964"/>
          <a:ext cx="969328" cy="96932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45BE3C-F194-45CF-8653-643EA71AF2AB}">
      <dsp:nvSpPr>
        <dsp:cNvPr id="0" name=""/>
        <dsp:cNvSpPr/>
      </dsp:nvSpPr>
      <dsp:spPr>
        <a:xfrm>
          <a:off x="7986551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0C01E-054B-4A93-A5F6-89B1FC9D60D2}">
      <dsp:nvSpPr>
        <dsp:cNvPr id="0" name=""/>
        <dsp:cNvSpPr/>
      </dsp:nvSpPr>
      <dsp:spPr>
        <a:xfrm>
          <a:off x="7470105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How narrow or broad should the research topic be?</a:t>
          </a:r>
          <a:endParaRPr lang="en-US" sz="1100" kern="1200"/>
        </a:p>
      </dsp:txBody>
      <dsp:txXfrm>
        <a:off x="7470105" y="2414215"/>
        <a:ext cx="1589062" cy="635625"/>
      </dsp:txXfrm>
    </dsp:sp>
    <dsp:sp modelId="{3FE2EC33-77DE-46A3-92AE-989141299EA6}">
      <dsp:nvSpPr>
        <dsp:cNvPr id="0" name=""/>
        <dsp:cNvSpPr/>
      </dsp:nvSpPr>
      <dsp:spPr>
        <a:xfrm>
          <a:off x="9647121" y="1142964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EA9F4C-46C0-475F-976C-F99370A9F28C}">
      <dsp:nvSpPr>
        <dsp:cNvPr id="0" name=""/>
        <dsp:cNvSpPr/>
      </dsp:nvSpPr>
      <dsp:spPr>
        <a:xfrm>
          <a:off x="9853699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C037B8-131A-409A-A9D7-8446E03F7E17}">
      <dsp:nvSpPr>
        <dsp:cNvPr id="0" name=""/>
        <dsp:cNvSpPr/>
      </dsp:nvSpPr>
      <dsp:spPr>
        <a:xfrm>
          <a:off x="9337254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What are the challenges and opportunities in plastic waste management?</a:t>
          </a:r>
          <a:endParaRPr lang="en-US" sz="1100" kern="1200"/>
        </a:p>
      </dsp:txBody>
      <dsp:txXfrm>
        <a:off x="9337254" y="2414215"/>
        <a:ext cx="1589062" cy="6356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F3541-9E8E-494D-9144-438EEA11FD35}">
      <dsp:nvSpPr>
        <dsp:cNvPr id="0" name=""/>
        <dsp:cNvSpPr/>
      </dsp:nvSpPr>
      <dsp:spPr>
        <a:xfrm>
          <a:off x="82613" y="288777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5AB8A-A6E8-4B5D-96E2-E6D0FE793739}">
      <dsp:nvSpPr>
        <dsp:cNvPr id="0" name=""/>
        <dsp:cNvSpPr/>
      </dsp:nvSpPr>
      <dsp:spPr>
        <a:xfrm>
          <a:off x="271034" y="477198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525E55-7016-4C60-8502-1186957BB970}">
      <dsp:nvSpPr>
        <dsp:cNvPr id="0" name=""/>
        <dsp:cNvSpPr/>
      </dsp:nvSpPr>
      <dsp:spPr>
        <a:xfrm>
          <a:off x="1172126" y="288777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Objective: Understand the human impact of plastic pollution</a:t>
          </a:r>
          <a:endParaRPr lang="en-US" sz="1400" kern="1200"/>
        </a:p>
      </dsp:txBody>
      <dsp:txXfrm>
        <a:off x="1172126" y="288777"/>
        <a:ext cx="2114937" cy="897246"/>
      </dsp:txXfrm>
    </dsp:sp>
    <dsp:sp modelId="{20808D5C-C0DC-4607-B4FA-72F99874036E}">
      <dsp:nvSpPr>
        <dsp:cNvPr id="0" name=""/>
        <dsp:cNvSpPr/>
      </dsp:nvSpPr>
      <dsp:spPr>
        <a:xfrm>
          <a:off x="3655575" y="288777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226102-0870-4299-AB86-B4C19BC437BF}">
      <dsp:nvSpPr>
        <dsp:cNvPr id="0" name=""/>
        <dsp:cNvSpPr/>
      </dsp:nvSpPr>
      <dsp:spPr>
        <a:xfrm>
          <a:off x="3843996" y="477198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60D30-0750-4225-8025-C3FC4945A0F1}">
      <dsp:nvSpPr>
        <dsp:cNvPr id="0" name=""/>
        <dsp:cNvSpPr/>
      </dsp:nvSpPr>
      <dsp:spPr>
        <a:xfrm>
          <a:off x="4745088" y="288777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Conduct interviews with sanitation workers and residents</a:t>
          </a:r>
          <a:endParaRPr lang="en-US" sz="1400" kern="1200"/>
        </a:p>
      </dsp:txBody>
      <dsp:txXfrm>
        <a:off x="4745088" y="288777"/>
        <a:ext cx="2114937" cy="897246"/>
      </dsp:txXfrm>
    </dsp:sp>
    <dsp:sp modelId="{3D75F614-6FDE-4689-8AC6-04D8FAA44606}">
      <dsp:nvSpPr>
        <dsp:cNvPr id="0" name=""/>
        <dsp:cNvSpPr/>
      </dsp:nvSpPr>
      <dsp:spPr>
        <a:xfrm>
          <a:off x="7228536" y="288777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E3E193-AA60-4042-8B48-EE81ED330F3C}">
      <dsp:nvSpPr>
        <dsp:cNvPr id="0" name=""/>
        <dsp:cNvSpPr/>
      </dsp:nvSpPr>
      <dsp:spPr>
        <a:xfrm>
          <a:off x="7416958" y="477198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BED6D-8D43-4645-B77C-BE7A70EC9EB5}">
      <dsp:nvSpPr>
        <dsp:cNvPr id="0" name=""/>
        <dsp:cNvSpPr/>
      </dsp:nvSpPr>
      <dsp:spPr>
        <a:xfrm>
          <a:off x="8318049" y="288777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Observe waste disposal behavior in the community</a:t>
          </a:r>
          <a:endParaRPr lang="en-US" sz="1400" kern="1200"/>
        </a:p>
      </dsp:txBody>
      <dsp:txXfrm>
        <a:off x="8318049" y="288777"/>
        <a:ext cx="2114937" cy="897246"/>
      </dsp:txXfrm>
    </dsp:sp>
    <dsp:sp modelId="{B99D2A91-77F2-4D4C-8155-22547AD8A5F0}">
      <dsp:nvSpPr>
        <dsp:cNvPr id="0" name=""/>
        <dsp:cNvSpPr/>
      </dsp:nvSpPr>
      <dsp:spPr>
        <a:xfrm>
          <a:off x="82613" y="1671863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EB59A-42CC-44F9-9234-49FAB4E989A4}">
      <dsp:nvSpPr>
        <dsp:cNvPr id="0" name=""/>
        <dsp:cNvSpPr/>
      </dsp:nvSpPr>
      <dsp:spPr>
        <a:xfrm>
          <a:off x="271034" y="1860285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45C7B6-2370-44AD-901F-81EA8AF73853}">
      <dsp:nvSpPr>
        <dsp:cNvPr id="0" name=""/>
        <dsp:cNvSpPr/>
      </dsp:nvSpPr>
      <dsp:spPr>
        <a:xfrm>
          <a:off x="1172126" y="1671863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Create stakeholder persona profiles</a:t>
          </a:r>
          <a:endParaRPr lang="en-US" sz="1400" kern="1200"/>
        </a:p>
      </dsp:txBody>
      <dsp:txXfrm>
        <a:off x="1172126" y="1671863"/>
        <a:ext cx="2114937" cy="897246"/>
      </dsp:txXfrm>
    </dsp:sp>
    <dsp:sp modelId="{F548FDA5-A199-40D9-A139-F90327252425}">
      <dsp:nvSpPr>
        <dsp:cNvPr id="0" name=""/>
        <dsp:cNvSpPr/>
      </dsp:nvSpPr>
      <dsp:spPr>
        <a:xfrm>
          <a:off x="3655575" y="1671863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9BCAB8-5B3F-4BF9-B0DE-5BBC258E9AC6}">
      <dsp:nvSpPr>
        <dsp:cNvPr id="0" name=""/>
        <dsp:cNvSpPr/>
      </dsp:nvSpPr>
      <dsp:spPr>
        <a:xfrm>
          <a:off x="3843996" y="1860285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5FB65-1BE9-4629-8CED-C0EAA5C39D3D}">
      <dsp:nvSpPr>
        <dsp:cNvPr id="0" name=""/>
        <dsp:cNvSpPr/>
      </dsp:nvSpPr>
      <dsp:spPr>
        <a:xfrm>
          <a:off x="4745088" y="1671863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Cognitive Focus: Observation, empathy mapping, contextual understanding</a:t>
          </a:r>
          <a:endParaRPr lang="en-US" sz="1400" kern="1200"/>
        </a:p>
      </dsp:txBody>
      <dsp:txXfrm>
        <a:off x="4745088" y="1671863"/>
        <a:ext cx="2114937" cy="8972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E27B8-0ACE-461C-B825-0A4C438D0B78}">
      <dsp:nvSpPr>
        <dsp:cNvPr id="0" name=""/>
        <dsp:cNvSpPr/>
      </dsp:nvSpPr>
      <dsp:spPr>
        <a:xfrm>
          <a:off x="211" y="335770"/>
          <a:ext cx="2551881" cy="30622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Remembering &amp; Understanding: Identify plastic types (PET, HDPE) and degradation rates</a:t>
          </a:r>
        </a:p>
      </dsp:txBody>
      <dsp:txXfrm>
        <a:off x="211" y="1560673"/>
        <a:ext cx="2551881" cy="1837354"/>
      </dsp:txXfrm>
    </dsp:sp>
    <dsp:sp modelId="{2ECE1D3F-B38D-46E9-A3EF-DBCD4D790CBD}">
      <dsp:nvSpPr>
        <dsp:cNvPr id="0" name=""/>
        <dsp:cNvSpPr/>
      </dsp:nvSpPr>
      <dsp:spPr>
        <a:xfrm>
          <a:off x="211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01</a:t>
          </a:r>
        </a:p>
      </dsp:txBody>
      <dsp:txXfrm>
        <a:off x="211" y="335770"/>
        <a:ext cx="2551881" cy="1224903"/>
      </dsp:txXfrm>
    </dsp:sp>
    <dsp:sp modelId="{C8B85CDC-8F99-4351-987C-E90161421B8E}">
      <dsp:nvSpPr>
        <dsp:cNvPr id="0" name=""/>
        <dsp:cNvSpPr/>
      </dsp:nvSpPr>
      <dsp:spPr>
        <a:xfrm>
          <a:off x="2756243" y="335770"/>
          <a:ext cx="2551881" cy="30622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Applying &amp; Analyzing: Map local pollution hotspots using environmental data</a:t>
          </a:r>
        </a:p>
      </dsp:txBody>
      <dsp:txXfrm>
        <a:off x="2756243" y="1560673"/>
        <a:ext cx="2551881" cy="1837354"/>
      </dsp:txXfrm>
    </dsp:sp>
    <dsp:sp modelId="{6D30740C-D4DC-441F-BAC0-00E178FE01BC}">
      <dsp:nvSpPr>
        <dsp:cNvPr id="0" name=""/>
        <dsp:cNvSpPr/>
      </dsp:nvSpPr>
      <dsp:spPr>
        <a:xfrm>
          <a:off x="2756243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02</a:t>
          </a:r>
        </a:p>
      </dsp:txBody>
      <dsp:txXfrm>
        <a:off x="2756243" y="335770"/>
        <a:ext cx="2551881" cy="1224903"/>
      </dsp:txXfrm>
    </dsp:sp>
    <dsp:sp modelId="{E9F5E05A-9244-4C61-872C-48A7073E2945}">
      <dsp:nvSpPr>
        <dsp:cNvPr id="0" name=""/>
        <dsp:cNvSpPr/>
      </dsp:nvSpPr>
      <dsp:spPr>
        <a:xfrm>
          <a:off x="5512275" y="335770"/>
          <a:ext cx="2551881" cy="30622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Evaluating: Critically assess existing waste management policies</a:t>
          </a:r>
        </a:p>
      </dsp:txBody>
      <dsp:txXfrm>
        <a:off x="5512275" y="1560673"/>
        <a:ext cx="2551881" cy="1837354"/>
      </dsp:txXfrm>
    </dsp:sp>
    <dsp:sp modelId="{DA3FBC81-A7AF-4FBE-A502-1F155AA4E3ED}">
      <dsp:nvSpPr>
        <dsp:cNvPr id="0" name=""/>
        <dsp:cNvSpPr/>
      </dsp:nvSpPr>
      <dsp:spPr>
        <a:xfrm>
          <a:off x="5512275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03</a:t>
          </a:r>
        </a:p>
      </dsp:txBody>
      <dsp:txXfrm>
        <a:off x="5512275" y="335770"/>
        <a:ext cx="2551881" cy="1224903"/>
      </dsp:txXfrm>
    </dsp:sp>
    <dsp:sp modelId="{ED6421DF-6A49-43AB-9906-2980EA7354B4}">
      <dsp:nvSpPr>
        <dsp:cNvPr id="0" name=""/>
        <dsp:cNvSpPr/>
      </dsp:nvSpPr>
      <dsp:spPr>
        <a:xfrm>
          <a:off x="8268307" y="335770"/>
          <a:ext cx="2551881" cy="306225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Creating: Develop innovative solutions using Design Thinking</a:t>
          </a:r>
        </a:p>
      </dsp:txBody>
      <dsp:txXfrm>
        <a:off x="8268307" y="1560673"/>
        <a:ext cx="2551881" cy="1837354"/>
      </dsp:txXfrm>
    </dsp:sp>
    <dsp:sp modelId="{AE607174-399A-4C65-817B-21340F80D456}">
      <dsp:nvSpPr>
        <dsp:cNvPr id="0" name=""/>
        <dsp:cNvSpPr/>
      </dsp:nvSpPr>
      <dsp:spPr>
        <a:xfrm>
          <a:off x="8268307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04</a:t>
          </a:r>
        </a:p>
      </dsp:txBody>
      <dsp:txXfrm>
        <a:off x="8268307" y="335770"/>
        <a:ext cx="2551881" cy="12249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AFF9-508A-D160-8A53-554D53B10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77E9A-0BFC-FBCA-FBDB-5EC4A847E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8BC45-BE7D-8B11-2FAC-5B752D621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5AE38-D6DE-CFBA-2FF0-E8CD38AA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EDACE-2B0D-16E9-3240-88D361B8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353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F9C57-60CB-113A-310E-7538AB655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8BD65-2F6A-AF14-984C-64D973C62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880D7-6544-1B5B-F961-7DFB6C2FF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42ED3-2722-C975-0A77-FB40244DF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81B2F-DD3B-130B-A726-CD28D8D7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58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F110-31FE-7E2B-D7B1-98AC1A50D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225F7-33D3-9700-1BD3-D86559D89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888F7-2276-5523-67DC-324CAABD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8877E-7CA3-62D6-5974-9C9B869F0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9F08C-F7F7-C66D-1F5F-860A80EC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085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4EA44-042D-D2ED-29BF-2F670418B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47DEB-90E1-7211-A6E3-EFDED50C48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688CA-F118-8BD8-CA33-07A38FD37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CC4B5-EFDB-7D2C-DE1D-2DD790D91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5448E-EA50-D0C0-28C8-006F3008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6BE65-1FD6-4A53-1510-13302AE20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78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1E05B-DE1D-8AD4-6FAF-11B7E429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D7E4E-0AD0-F7BF-D671-50AE71DEF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7ECD0-67CC-B34C-CF6D-0FD6ACFEE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29E87E-29C2-6BC3-1098-93DAB6E91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92EEF-C7F8-F751-47B9-0E5CD9AF7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B73724-A330-023A-5513-77027BECD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F6294E-1D55-9EBF-F443-07E1755F2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1DD50A-3E72-F99D-9B17-BA7B94A9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145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47DE9-F519-E89D-3E9E-93E8E5E2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E1CE1-3915-87F7-09AC-2A32599D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DACBE7-A059-617F-E706-481A7DB15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228DE-9C9A-5793-85A1-4BB2B16A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89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999F3D-BE7F-B5AE-4873-FC972796F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E1762-534F-5129-C072-6C6ADB653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1FCB8-A1ED-0EC8-19A8-4F891261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55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396E0-819A-CBC4-7A0A-5DA75EBE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C47AC-CA97-8BA2-EFB8-F81BAC17C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7B036-3CCD-CD0D-7DC2-0C9A9FA4E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ADBFB-5D5C-27F0-EECA-90AA2AD1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86098-734E-4408-8946-73762E29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99E1E-7F99-8757-E0C5-A65932A6C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361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24CD-4566-0B80-8312-C2F4E0994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82599A-F502-7C63-88EC-F23E6BBCD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600F0-CC8D-E34C-B206-585CFB0CC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646D1-E12D-7135-55C5-D9F88B9F1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14B38-B814-C8B6-BDCF-30F25F210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89911-5BB8-9467-E758-476DC74FE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426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250A-053F-39A6-F7C7-D009515C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96AB1-A656-9079-01D8-76B5BDF1E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E9240-5F00-D60F-68E0-43CFD64B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EEB28-2DDA-261A-1481-658F0902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C7933-EC3B-2673-3E1C-5C871404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36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1FA55-2C9D-3572-1F46-BD30C11AE1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69A86-C06B-59FD-2C9D-A61D16EB4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65FDC-9842-8F3D-48D0-6E8EB6ED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72F66-7D64-B669-C8B2-3EE541D14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CA6D2-B00D-20E0-E993-E642F27AA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07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C45C4-7ABC-9BD0-4D32-99249100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785AC-0F56-91D0-DCC6-54CFDC9E8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E4096-4845-3FE5-575D-E0C243EDD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880AF-28AD-A52F-57C6-DACC77284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1D57E-CC85-A95C-ABD7-D4BBF30EF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360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DE212F-4325-7856-0AE3-1C22921BE1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00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GB" sz="5100" dirty="0">
                <a:solidFill>
                  <a:srgbClr val="FFFFFF"/>
                </a:solidFill>
              </a:rPr>
              <a:t>Goal</a:t>
            </a:r>
            <a:br>
              <a:rPr lang="en-GB" sz="5100" dirty="0">
                <a:solidFill>
                  <a:srgbClr val="FFFFFF"/>
                </a:solidFill>
              </a:rPr>
            </a:br>
            <a:r>
              <a:rPr lang="en-GB" sz="5100" dirty="0">
                <a:solidFill>
                  <a:srgbClr val="FFFFFF"/>
                </a:solidFill>
              </a:rPr>
              <a:t>Research Project: </a:t>
            </a:r>
            <a:br>
              <a:rPr lang="en-GB" sz="5100" dirty="0">
                <a:solidFill>
                  <a:srgbClr val="FFFFFF"/>
                </a:solidFill>
              </a:rPr>
            </a:br>
            <a:r>
              <a:rPr lang="en-GB" sz="5100" dirty="0">
                <a:solidFill>
                  <a:srgbClr val="FFFFFF"/>
                </a:solidFill>
              </a:rPr>
              <a:t>Combatting Plastic Waste Pollution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2062976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rgbClr val="FFFFFF"/>
                </a:solidFill>
              </a:rPr>
              <a:t>Design Thinking &amp; Cognitive Approach to Environmental Sustainability</a:t>
            </a:r>
          </a:p>
          <a:p>
            <a:r>
              <a:rPr lang="en-GB" dirty="0">
                <a:solidFill>
                  <a:srgbClr val="FFFFFF"/>
                </a:solidFill>
              </a:rPr>
              <a:t>3rd Year Undergraduate Research Task</a:t>
            </a:r>
          </a:p>
          <a:p>
            <a:endParaRPr lang="en-GB" dirty="0">
              <a:solidFill>
                <a:srgbClr val="FFFFFF"/>
              </a:solidFill>
            </a:endParaRP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lang="en-GB" b="1" dirty="0">
                <a:solidFill>
                  <a:srgbClr val="FFFFFF"/>
                </a:solidFill>
              </a:rPr>
              <a:t>Team 4 : </a:t>
            </a:r>
            <a:r>
              <a:rPr lang="en-GB" b="1" dirty="0" err="1">
                <a:solidFill>
                  <a:srgbClr val="FFFFFF"/>
                </a:solidFill>
              </a:rPr>
              <a:t>Mindsparks</a:t>
            </a:r>
            <a:endParaRPr lang="en-GB" b="1" dirty="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Design Thinking Process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616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Inputs</a:t>
            </a:r>
          </a:p>
          <a:p>
            <a:pPr algn="ctr"/>
            <a:r>
              <a:rPr dirty="0"/>
              <a:t>(Data + Feedback)</a:t>
            </a:r>
          </a:p>
        </p:txBody>
      </p:sp>
      <p:sp>
        <p:nvSpPr>
          <p:cNvPr id="4" name="Rectangle 3"/>
          <p:cNvSpPr/>
          <p:nvPr/>
        </p:nvSpPr>
        <p:spPr>
          <a:xfrm>
            <a:off x="1949982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Empathize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3771348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Define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561490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Ideate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21896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5250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28604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Outputs</a:t>
            </a:r>
          </a:p>
          <a:p>
            <a:pPr algn="ctr"/>
            <a:r>
              <a:rPr dirty="0"/>
              <a:t>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7F4A3-11A1-DC7E-86A2-D8872B8A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8000">
                <a:solidFill>
                  <a:srgbClr val="FFFFFF"/>
                </a:solidFill>
              </a:rPr>
              <a:t>Scope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8FEDA-C7EC-2227-416F-2C04B6DE0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Students begin by understanding a </a:t>
            </a:r>
            <a:r>
              <a:rPr lang="en-IN" sz="1700" b="1">
                <a:solidFill>
                  <a:schemeClr val="tx1">
                    <a:alpha val="80000"/>
                  </a:schemeClr>
                </a:solidFill>
              </a:rPr>
              <a:t>real-world scientific or environmental problem</a:t>
            </a: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 through observation, literature review, or interaction with stakeholders.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Examples: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Plastic </a:t>
            </a:r>
            <a:r>
              <a:rPr lang="en-GB" sz="1700">
                <a:solidFill>
                  <a:schemeClr val="tx1">
                    <a:alpha val="80000"/>
                  </a:schemeClr>
                </a:solidFill>
              </a:rPr>
              <a:t>waste Management</a:t>
            </a: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Energy consumption in the college campus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Waste management in the community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Biodiversity loss in nearby ecosystems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1700" b="1">
                <a:solidFill>
                  <a:schemeClr val="tx1">
                    <a:alpha val="80000"/>
                  </a:schemeClr>
                </a:solidFill>
              </a:rPr>
              <a:t>Cognitive Thinking Level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 b="1">
                <a:solidFill>
                  <a:schemeClr val="tx1">
                    <a:alpha val="80000"/>
                  </a:schemeClr>
                </a:solidFill>
              </a:rPr>
              <a:t>Remembering:</a:t>
            </a: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 Identifying basic scientific concepts related to the problem.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 b="1">
                <a:solidFill>
                  <a:schemeClr val="tx1">
                    <a:alpha val="80000"/>
                  </a:schemeClr>
                </a:solidFill>
              </a:rPr>
              <a:t>Understanding:</a:t>
            </a: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 Explaining causes, impacts, and background information.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1700" b="1">
                <a:solidFill>
                  <a:schemeClr val="tx1">
                    <a:alpha val="80000"/>
                  </a:schemeClr>
                </a:solidFill>
              </a:rPr>
              <a:t>Scope Identification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Nature of the problem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Environmental or scientific relevance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Existing knowledge and studies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endParaRPr lang="en-GB" sz="17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281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E538F-14C5-48B0-82FA-CE9BC0982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Empathy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22B3D2-A583-7F74-00E7-C635982D35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34428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517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5C003-F331-0A81-B9E0-9E484892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CC0D6-AEC5-FD58-C7D9-F20A56517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Empathy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523286-CB74-EC73-1D96-885EC1C98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44476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0043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Define (Problem Definition)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Observations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8432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Pain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44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59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How Might We Question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481C8321-DF5A-33AD-B478-8ECDCDDE718C}"/>
              </a:ext>
            </a:extLst>
          </p:cNvPr>
          <p:cNvGraphicFramePr/>
          <p:nvPr/>
        </p:nvGraphicFramePr>
        <p:xfrm>
          <a:off x="929640" y="3119166"/>
          <a:ext cx="10515600" cy="285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6F8235-916B-7091-9647-689C587D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Ideate (Generating Solutions)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F98DA-2C91-A360-D3F2-5BDABCE63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GB" sz="2000"/>
              <a:t>Objective: Generate diverse and creative ideas</a:t>
            </a:r>
          </a:p>
          <a:p>
            <a:r>
              <a:rPr lang="en-GB" sz="2000"/>
              <a:t>Brainstorm circular economy strategies</a:t>
            </a:r>
          </a:p>
          <a:p>
            <a:r>
              <a:rPr lang="en-GB" sz="2000"/>
              <a:t>Develop technological solutions such as AI-based waste sorting apps</a:t>
            </a:r>
          </a:p>
          <a:p>
            <a:r>
              <a:rPr lang="en-GB" sz="2000"/>
              <a:t>Design gamified recycling stations</a:t>
            </a:r>
          </a:p>
          <a:p>
            <a:r>
              <a:rPr lang="en-GB" sz="2000"/>
              <a:t>Cognitive Level: Divergent thinking and creativity</a:t>
            </a:r>
          </a:p>
          <a:p>
            <a:endParaRPr lang="en-GB" sz="2000"/>
          </a:p>
        </p:txBody>
      </p:sp>
      <p:pic>
        <p:nvPicPr>
          <p:cNvPr id="5" name="Picture 4" descr="People at the meeting desk">
            <a:extLst>
              <a:ext uri="{FF2B5EF4-FFF2-40B4-BE49-F238E27FC236}">
                <a16:creationId xmlns:a16="http://schemas.microsoft.com/office/drawing/2014/main" id="{F460916E-5B47-4A48-8D21-67E2E77AD2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71" r="2967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73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892D4-399C-ECB7-9F5E-FD4DD9B26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3700"/>
              <a:t>Prototype (Developing Solutions)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AB32E-ED2D-4205-9769-34D90E359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GB" sz="2000"/>
              <a:t>Build low-fidelity models of proposed solutions</a:t>
            </a:r>
          </a:p>
          <a:p>
            <a:r>
              <a:rPr lang="en-GB" sz="2000"/>
              <a:t>Examples: Smart recycling bin model or waste management app wireframe</a:t>
            </a:r>
          </a:p>
          <a:p>
            <a:r>
              <a:rPr lang="en-GB" sz="2000"/>
              <a:t>Prototype allows quick testing of ideas</a:t>
            </a:r>
          </a:p>
          <a:p>
            <a:r>
              <a:rPr lang="en-GB" sz="2000"/>
              <a:t>Rule: Always present ideas with a prototype</a:t>
            </a:r>
          </a:p>
          <a:p>
            <a:endParaRPr lang="en-GB" sz="2000"/>
          </a:p>
        </p:txBody>
      </p:sp>
      <p:pic>
        <p:nvPicPr>
          <p:cNvPr id="5" name="Picture 4" descr="Colorful plastic bottle caps">
            <a:extLst>
              <a:ext uri="{FF2B5EF4-FFF2-40B4-BE49-F238E27FC236}">
                <a16:creationId xmlns:a16="http://schemas.microsoft.com/office/drawing/2014/main" id="{C225478C-C505-168E-FFE1-5C95A525E3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51" r="2824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546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3700"/>
              <a:t>Phase 5 – Test (Evaluation and Feedback)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GB" sz="2000" dirty="0"/>
              <a:t>Present prototype to target users</a:t>
            </a:r>
          </a:p>
          <a:p>
            <a:r>
              <a:rPr lang="en-GB" sz="2000" dirty="0"/>
              <a:t>Collect feedback from community members</a:t>
            </a:r>
          </a:p>
          <a:p>
            <a:r>
              <a:rPr lang="en-GB" sz="2000" dirty="0" err="1"/>
              <a:t>Analyze</a:t>
            </a:r>
            <a:r>
              <a:rPr lang="en-GB" sz="2000" dirty="0"/>
              <a:t> strengths and weaknesses</a:t>
            </a:r>
          </a:p>
          <a:p>
            <a:r>
              <a:rPr lang="en-GB" sz="2000" dirty="0"/>
              <a:t>Iteratively improve the solution</a:t>
            </a:r>
          </a:p>
          <a:p>
            <a:r>
              <a:rPr lang="en-GB" sz="2000" dirty="0"/>
              <a:t>Cognitive Level: Critical evaluation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92FD2-6893-EAC7-3BA5-AC20D367FE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59" r="25858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Case Study – Versova Beach Cleanup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GB" sz="2000"/>
              <a:t>One of the largest beach cleanups in the world</a:t>
            </a:r>
          </a:p>
          <a:p>
            <a:r>
              <a:rPr lang="en-GB" sz="2000"/>
              <a:t>Community-led initiative that removed thousands of tons of plastic waste</a:t>
            </a:r>
          </a:p>
          <a:p>
            <a:r>
              <a:rPr lang="en-GB" sz="2000"/>
              <a:t>Demonstrates real-world impact of collaborative environmental action</a:t>
            </a:r>
          </a:p>
          <a:p>
            <a:r>
              <a:rPr lang="en-GB" sz="2000"/>
              <a:t>Highlights importance of citizen participation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7EF354-7223-30E7-6677-C624F47578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91" r="24974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Conclusion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GB" sz="2000"/>
              <a:t>Research should focus on designing practical solutions</a:t>
            </a:r>
          </a:p>
          <a:p>
            <a:r>
              <a:rPr lang="en-GB" sz="2000"/>
              <a:t>Design Thinking enables creative environmental problem-solving</a:t>
            </a:r>
          </a:p>
          <a:p>
            <a:r>
              <a:rPr lang="en-GB" sz="2000"/>
              <a:t>Next Step: Pilot test prototype on university campus or local community</a:t>
            </a:r>
          </a:p>
          <a:p>
            <a:r>
              <a:rPr lang="en-GB" sz="2000"/>
              <a:t>Encourage sustainable habits and community engagement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C01EB0C8-7070-8D44-0EBC-2B6FBD1BB5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31" r="11046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GB" sz="3400"/>
              <a:t>The Cognitive Framework- Assessment and Evaluation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0FBAC6-A16F-2ADA-2EA0-CFD5751E94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043836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9CF70-3B59-5BBB-A7CB-1F2CBF2D2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3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70123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515</Words>
  <Application>Microsoft Office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Goal Research Project:  Combatting Plastic Waste Pollution</vt:lpstr>
      <vt:lpstr>Design Thinking Process Map</vt:lpstr>
      <vt:lpstr>Scope</vt:lpstr>
      <vt:lpstr>Empathy</vt:lpstr>
      <vt:lpstr>Empathy</vt:lpstr>
      <vt:lpstr>Define (Problem Definition)</vt:lpstr>
      <vt:lpstr>Ideate (Generating Solutions)</vt:lpstr>
      <vt:lpstr>Prototype (Developing Solutions)</vt:lpstr>
      <vt:lpstr>Phase 5 – Test (Evaluation and Feedback)</vt:lpstr>
      <vt:lpstr>Case Study – Versova Beach Cleanup</vt:lpstr>
      <vt:lpstr>Conclusion &amp; Call to Action</vt:lpstr>
      <vt:lpstr>The Cognitive Framework- Assessment and Evaluation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Annika  Gupta</dc:creator>
  <cp:lastModifiedBy>Sonal_Tawde</cp:lastModifiedBy>
  <cp:revision>5</cp:revision>
  <dcterms:created xsi:type="dcterms:W3CDTF">2026-03-09T06:00:19Z</dcterms:created>
  <dcterms:modified xsi:type="dcterms:W3CDTF">2026-03-09T08:57:34Z</dcterms:modified>
</cp:coreProperties>
</file>